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5"/>
  </p:sldMasterIdLst>
  <p:notesMasterIdLst>
    <p:notesMasterId r:id="rId20"/>
  </p:notesMasterIdLst>
  <p:handoutMasterIdLst>
    <p:handoutMasterId r:id="rId21"/>
  </p:handoutMasterIdLst>
  <p:sldIdLst>
    <p:sldId id="350" r:id="rId6"/>
    <p:sldId id="378" r:id="rId7"/>
    <p:sldId id="380" r:id="rId8"/>
    <p:sldId id="406" r:id="rId9"/>
    <p:sldId id="408" r:id="rId10"/>
    <p:sldId id="407" r:id="rId11"/>
    <p:sldId id="420" r:id="rId12"/>
    <p:sldId id="418" r:id="rId13"/>
    <p:sldId id="411" r:id="rId14"/>
    <p:sldId id="416" r:id="rId15"/>
    <p:sldId id="417" r:id="rId16"/>
    <p:sldId id="402" r:id="rId17"/>
    <p:sldId id="421" r:id="rId18"/>
    <p:sldId id="401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99"/>
    <a:srgbClr val="5F8E00"/>
    <a:srgbClr val="0000FF"/>
    <a:srgbClr val="FF6600"/>
    <a:srgbClr val="B2B2B2"/>
    <a:srgbClr val="969696"/>
    <a:srgbClr val="DDDDDD"/>
    <a:srgbClr val="4B7000"/>
    <a:srgbClr val="48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09" autoAdjust="0"/>
    <p:restoredTop sz="95086" autoAdjust="0"/>
  </p:normalViewPr>
  <p:slideViewPr>
    <p:cSldViewPr snapToGrid="0">
      <p:cViewPr>
        <p:scale>
          <a:sx n="80" d="100"/>
          <a:sy n="80" d="100"/>
        </p:scale>
        <p:origin x="-96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AAA5AF-8B9A-4CD9-9D46-FC4853F85185}" type="doc">
      <dgm:prSet loTypeId="urn:microsoft.com/office/officeart/2005/8/layout/orgChart1" loCatId="hierarchy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5B3A579E-4015-4684-86B0-924E1353E6AB}">
      <dgm:prSet phldrT="[Text]"/>
      <dgm:spPr/>
      <dgm:t>
        <a:bodyPr/>
        <a:lstStyle/>
        <a:p>
          <a:r>
            <a:rPr lang="es-MX" noProof="0" dirty="0" smtClean="0"/>
            <a:t>Nissan Control de Producción</a:t>
          </a:r>
          <a:endParaRPr lang="es-MX" noProof="0" dirty="0" smtClean="0"/>
        </a:p>
        <a:p>
          <a:r>
            <a:rPr lang="es-MX" noProof="0" dirty="0" smtClean="0"/>
            <a:t>Joel Gonzalez</a:t>
          </a:r>
        </a:p>
        <a:p>
          <a:r>
            <a:rPr lang="es-MX" noProof="0" dirty="0" smtClean="0"/>
            <a:t>(449) </a:t>
          </a:r>
          <a:r>
            <a:rPr lang="es-MX" noProof="0" dirty="0" smtClean="0"/>
            <a:t>910-4081 joel.gonzalez@nissan.com.mx</a:t>
          </a:r>
          <a:endParaRPr lang="es-MX" noProof="0" dirty="0"/>
        </a:p>
      </dgm:t>
    </dgm:pt>
    <dgm:pt modelId="{483E65EC-C3D7-477F-828C-8AFC3D275E82}" type="parTrans" cxnId="{C06D7B74-ED38-4ECA-80EE-C3E0D46AE304}">
      <dgm:prSet/>
      <dgm:spPr/>
      <dgm:t>
        <a:bodyPr/>
        <a:lstStyle/>
        <a:p>
          <a:endParaRPr lang="es-MX"/>
        </a:p>
      </dgm:t>
    </dgm:pt>
    <dgm:pt modelId="{9EA63005-D0CC-48E6-B286-CD3780A2F52C}" type="sibTrans" cxnId="{C06D7B74-ED38-4ECA-80EE-C3E0D46AE304}">
      <dgm:prSet custT="1"/>
      <dgm:spPr/>
      <dgm:t>
        <a:bodyPr/>
        <a:lstStyle/>
        <a:p>
          <a:endParaRPr lang="es-MX"/>
        </a:p>
      </dgm:t>
    </dgm:pt>
    <dgm:pt modelId="{9F968752-A74C-424E-9ED6-E8839345262B}">
      <dgm:prSet phldrT="[Text]"/>
      <dgm:spPr/>
      <dgm:t>
        <a:bodyPr/>
        <a:lstStyle/>
        <a:p>
          <a:r>
            <a:rPr lang="es-MX" noProof="0" dirty="0" smtClean="0"/>
            <a:t>Softtek Delivery Manager </a:t>
          </a:r>
        </a:p>
        <a:p>
          <a:r>
            <a:rPr lang="es-MX" noProof="0" dirty="0" smtClean="0"/>
            <a:t>Francisco Medina </a:t>
          </a:r>
        </a:p>
        <a:p>
          <a:r>
            <a:rPr lang="es-MX" noProof="0" dirty="0" smtClean="0"/>
            <a:t>(449) 200-2054</a:t>
          </a:r>
        </a:p>
        <a:p>
          <a:r>
            <a:rPr lang="es-MX" noProof="0" dirty="0" smtClean="0"/>
            <a:t>francisco.medina@softtek.com</a:t>
          </a:r>
        </a:p>
      </dgm:t>
    </dgm:pt>
    <dgm:pt modelId="{5E425627-7952-4548-B50A-A447A5CAF126}" type="parTrans" cxnId="{031DD803-B329-4E03-AA71-7370A7E4A7AD}">
      <dgm:prSet/>
      <dgm:spPr/>
      <dgm:t>
        <a:bodyPr/>
        <a:lstStyle/>
        <a:p>
          <a:endParaRPr lang="es-MX"/>
        </a:p>
      </dgm:t>
    </dgm:pt>
    <dgm:pt modelId="{FB6CD0F4-4E87-410C-8A69-52FEDB6FA10B}" type="sibTrans" cxnId="{031DD803-B329-4E03-AA71-7370A7E4A7AD}">
      <dgm:prSet custT="1"/>
      <dgm:spPr/>
      <dgm:t>
        <a:bodyPr/>
        <a:lstStyle/>
        <a:p>
          <a:endParaRPr lang="es-MX"/>
        </a:p>
      </dgm:t>
    </dgm:pt>
    <dgm:pt modelId="{DDDE9F96-D75E-4253-942F-8CD23643A286}">
      <dgm:prSet phldrT="[Text]"/>
      <dgm:spPr/>
      <dgm:t>
        <a:bodyPr/>
        <a:lstStyle/>
        <a:p>
          <a:r>
            <a:rPr lang="es-MX" noProof="0" smtClean="0"/>
            <a:t>Practice Manager</a:t>
          </a:r>
        </a:p>
        <a:p>
          <a:r>
            <a:rPr lang="es-MX" noProof="0" smtClean="0"/>
            <a:t>Jorge Mendoza</a:t>
          </a:r>
        </a:p>
        <a:p>
          <a:r>
            <a:rPr lang="es-MX" noProof="0" smtClean="0"/>
            <a:t>(449)-922-8354</a:t>
          </a:r>
        </a:p>
        <a:p>
          <a:r>
            <a:rPr lang="es-MX" noProof="0" smtClean="0"/>
            <a:t>Jorge.mendoza@softtek.com</a:t>
          </a:r>
          <a:endParaRPr lang="es-MX" noProof="0"/>
        </a:p>
      </dgm:t>
    </dgm:pt>
    <dgm:pt modelId="{69875BF4-E721-44F5-AAAE-506B100079AD}" type="parTrans" cxnId="{E90CC70F-0CCF-444B-9197-65BE40A813CA}">
      <dgm:prSet/>
      <dgm:spPr/>
      <dgm:t>
        <a:bodyPr/>
        <a:lstStyle/>
        <a:p>
          <a:endParaRPr lang="es-MX"/>
        </a:p>
      </dgm:t>
    </dgm:pt>
    <dgm:pt modelId="{DF52FD64-CDA8-4E98-A898-1779B4C1CA3F}" type="sibTrans" cxnId="{E90CC70F-0CCF-444B-9197-65BE40A813CA}">
      <dgm:prSet/>
      <dgm:spPr/>
      <dgm:t>
        <a:bodyPr/>
        <a:lstStyle/>
        <a:p>
          <a:endParaRPr lang="es-MX"/>
        </a:p>
      </dgm:t>
    </dgm:pt>
    <dgm:pt modelId="{7CC2E60A-7750-4D02-8064-5EC7F0765B9D}">
      <dgm:prSet phldrT="[Text]"/>
      <dgm:spPr/>
      <dgm:t>
        <a:bodyPr/>
        <a:lstStyle/>
        <a:p>
          <a:r>
            <a:rPr lang="es-MX" noProof="0" dirty="0" smtClean="0"/>
            <a:t>Business Relationship Manager</a:t>
          </a:r>
        </a:p>
        <a:p>
          <a:r>
            <a:rPr lang="es-MX" noProof="0" dirty="0" smtClean="0"/>
            <a:t>Brenda Benavente</a:t>
          </a:r>
        </a:p>
        <a:p>
          <a:r>
            <a:rPr lang="es-MX" noProof="0" dirty="0" smtClean="0"/>
            <a:t>(55) 5029-5077</a:t>
          </a:r>
        </a:p>
        <a:p>
          <a:r>
            <a:rPr lang="es-MX" noProof="0" dirty="0" smtClean="0"/>
            <a:t>Brenda.benavente@softtek.com</a:t>
          </a:r>
          <a:endParaRPr lang="es-MX" noProof="0" dirty="0"/>
        </a:p>
      </dgm:t>
    </dgm:pt>
    <dgm:pt modelId="{6331EC88-A8D7-4191-977D-C874E7992430}" type="parTrans" cxnId="{772D5D94-23EF-4E03-95EB-E31830781327}">
      <dgm:prSet/>
      <dgm:spPr/>
      <dgm:t>
        <a:bodyPr/>
        <a:lstStyle/>
        <a:p>
          <a:endParaRPr lang="es-MX"/>
        </a:p>
      </dgm:t>
    </dgm:pt>
    <dgm:pt modelId="{133AAFDE-C52E-4AED-8528-B42CDCD1248E}" type="sibTrans" cxnId="{772D5D94-23EF-4E03-95EB-E31830781327}">
      <dgm:prSet/>
      <dgm:spPr/>
      <dgm:t>
        <a:bodyPr/>
        <a:lstStyle/>
        <a:p>
          <a:endParaRPr lang="es-MX"/>
        </a:p>
      </dgm:t>
    </dgm:pt>
    <dgm:pt modelId="{8B37CB1F-3CC1-486D-B0D1-1F08B4A3305A}">
      <dgm:prSet phldrT="[Text]"/>
      <dgm:spPr/>
      <dgm:t>
        <a:bodyPr/>
        <a:lstStyle/>
        <a:p>
          <a:r>
            <a:rPr lang="es-MX" noProof="0" dirty="0" smtClean="0"/>
            <a:t>Business Relationship Manager </a:t>
          </a:r>
          <a:r>
            <a:rPr lang="es-MX" noProof="0" dirty="0" smtClean="0"/>
            <a:t>Lead</a:t>
          </a:r>
        </a:p>
        <a:p>
          <a:r>
            <a:rPr lang="es-MX" noProof="0" dirty="0" smtClean="0"/>
            <a:t>Ma. del Carmen Montañez</a:t>
          </a:r>
        </a:p>
        <a:p>
          <a:r>
            <a:rPr lang="es-MX" noProof="0" dirty="0" smtClean="0"/>
            <a:t>(55) 5029-5034</a:t>
          </a:r>
        </a:p>
        <a:p>
          <a:r>
            <a:rPr lang="es-MX" noProof="0" dirty="0" smtClean="0"/>
            <a:t>maria.montanez@softtek.com</a:t>
          </a:r>
          <a:endParaRPr lang="es-MX" noProof="0" dirty="0"/>
        </a:p>
      </dgm:t>
    </dgm:pt>
    <dgm:pt modelId="{D3177DA4-2442-4331-A2C3-B17FEAD39927}" type="parTrans" cxnId="{60BF5907-9260-4B9A-B664-8C39C3983F28}">
      <dgm:prSet/>
      <dgm:spPr/>
      <dgm:t>
        <a:bodyPr/>
        <a:lstStyle/>
        <a:p>
          <a:endParaRPr lang="es-MX"/>
        </a:p>
      </dgm:t>
    </dgm:pt>
    <dgm:pt modelId="{93BBBEEA-40A3-4D95-97ED-DC4873CB050C}" type="sibTrans" cxnId="{60BF5907-9260-4B9A-B664-8C39C3983F28}">
      <dgm:prSet/>
      <dgm:spPr/>
      <dgm:t>
        <a:bodyPr/>
        <a:lstStyle/>
        <a:p>
          <a:endParaRPr lang="es-MX"/>
        </a:p>
      </dgm:t>
    </dgm:pt>
    <dgm:pt modelId="{0F8957DA-04C1-4941-92F5-274E8C1914BC}" type="pres">
      <dgm:prSet presAssocID="{38AAA5AF-8B9A-4CD9-9D46-FC4853F8518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MX"/>
        </a:p>
      </dgm:t>
    </dgm:pt>
    <dgm:pt modelId="{69CF8535-A50B-44FA-8773-FD89BFCFD939}" type="pres">
      <dgm:prSet presAssocID="{5B3A579E-4015-4684-86B0-924E1353E6AB}" presName="hierRoot1" presStyleCnt="0">
        <dgm:presLayoutVars>
          <dgm:hierBranch val="init"/>
        </dgm:presLayoutVars>
      </dgm:prSet>
      <dgm:spPr/>
      <dgm:t>
        <a:bodyPr/>
        <a:lstStyle/>
        <a:p>
          <a:endParaRPr lang="es-MX"/>
        </a:p>
      </dgm:t>
    </dgm:pt>
    <dgm:pt modelId="{02F9A833-FBA1-49BC-BBB7-B203F3585CEB}" type="pres">
      <dgm:prSet presAssocID="{5B3A579E-4015-4684-86B0-924E1353E6AB}" presName="rootComposite1" presStyleCnt="0"/>
      <dgm:spPr/>
      <dgm:t>
        <a:bodyPr/>
        <a:lstStyle/>
        <a:p>
          <a:endParaRPr lang="es-MX"/>
        </a:p>
      </dgm:t>
    </dgm:pt>
    <dgm:pt modelId="{ED14D5E9-31AF-423B-BBAD-BED40147FFE4}" type="pres">
      <dgm:prSet presAssocID="{5B3A579E-4015-4684-86B0-924E1353E6AB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s-MX"/>
        </a:p>
      </dgm:t>
    </dgm:pt>
    <dgm:pt modelId="{9B80A15F-8CAF-42BF-BFC6-08A798173C0B}" type="pres">
      <dgm:prSet presAssocID="{5B3A579E-4015-4684-86B0-924E1353E6AB}" presName="rootConnector1" presStyleLbl="node1" presStyleIdx="0" presStyleCnt="0"/>
      <dgm:spPr/>
      <dgm:t>
        <a:bodyPr/>
        <a:lstStyle/>
        <a:p>
          <a:endParaRPr lang="es-MX"/>
        </a:p>
      </dgm:t>
    </dgm:pt>
    <dgm:pt modelId="{2BEF388D-8B30-48F5-904D-04FBF0A0B2D2}" type="pres">
      <dgm:prSet presAssocID="{5B3A579E-4015-4684-86B0-924E1353E6AB}" presName="hierChild2" presStyleCnt="0"/>
      <dgm:spPr/>
      <dgm:t>
        <a:bodyPr/>
        <a:lstStyle/>
        <a:p>
          <a:endParaRPr lang="es-MX"/>
        </a:p>
      </dgm:t>
    </dgm:pt>
    <dgm:pt modelId="{EAA74C2A-E4AF-489D-8FAC-5F7B3D683458}" type="pres">
      <dgm:prSet presAssocID="{5E425627-7952-4548-B50A-A447A5CAF126}" presName="Name37" presStyleLbl="parChTrans1D2" presStyleIdx="0" presStyleCnt="2"/>
      <dgm:spPr/>
      <dgm:t>
        <a:bodyPr/>
        <a:lstStyle/>
        <a:p>
          <a:endParaRPr lang="es-MX"/>
        </a:p>
      </dgm:t>
    </dgm:pt>
    <dgm:pt modelId="{ACE44508-6789-4F8D-BA2D-6643E13D43B9}" type="pres">
      <dgm:prSet presAssocID="{9F968752-A74C-424E-9ED6-E8839345262B}" presName="hierRoot2" presStyleCnt="0">
        <dgm:presLayoutVars>
          <dgm:hierBranch val="init"/>
        </dgm:presLayoutVars>
      </dgm:prSet>
      <dgm:spPr/>
      <dgm:t>
        <a:bodyPr/>
        <a:lstStyle/>
        <a:p>
          <a:endParaRPr lang="es-MX"/>
        </a:p>
      </dgm:t>
    </dgm:pt>
    <dgm:pt modelId="{1498B42B-0D60-48CA-B4EF-B1FADC6785FB}" type="pres">
      <dgm:prSet presAssocID="{9F968752-A74C-424E-9ED6-E8839345262B}" presName="rootComposite" presStyleCnt="0"/>
      <dgm:spPr/>
      <dgm:t>
        <a:bodyPr/>
        <a:lstStyle/>
        <a:p>
          <a:endParaRPr lang="es-MX"/>
        </a:p>
      </dgm:t>
    </dgm:pt>
    <dgm:pt modelId="{EC6CE71F-A022-43D0-BD9B-B40C55171DCE}" type="pres">
      <dgm:prSet presAssocID="{9F968752-A74C-424E-9ED6-E8839345262B}" presName="rootText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s-MX"/>
        </a:p>
      </dgm:t>
    </dgm:pt>
    <dgm:pt modelId="{078297FE-FFE9-4D2F-BD8A-14D3E05E1FE3}" type="pres">
      <dgm:prSet presAssocID="{9F968752-A74C-424E-9ED6-E8839345262B}" presName="rootConnector" presStyleLbl="node2" presStyleIdx="0" presStyleCnt="2"/>
      <dgm:spPr/>
      <dgm:t>
        <a:bodyPr/>
        <a:lstStyle/>
        <a:p>
          <a:endParaRPr lang="es-MX"/>
        </a:p>
      </dgm:t>
    </dgm:pt>
    <dgm:pt modelId="{8B0B5B72-59B3-4F11-82FB-305A73CD3F9D}" type="pres">
      <dgm:prSet presAssocID="{9F968752-A74C-424E-9ED6-E8839345262B}" presName="hierChild4" presStyleCnt="0"/>
      <dgm:spPr/>
      <dgm:t>
        <a:bodyPr/>
        <a:lstStyle/>
        <a:p>
          <a:endParaRPr lang="es-MX"/>
        </a:p>
      </dgm:t>
    </dgm:pt>
    <dgm:pt modelId="{A5855C06-687B-4A70-8057-34AAC6E255B8}" type="pres">
      <dgm:prSet presAssocID="{69875BF4-E721-44F5-AAAE-506B100079AD}" presName="Name37" presStyleLbl="parChTrans1D3" presStyleIdx="0" presStyleCnt="2"/>
      <dgm:spPr/>
      <dgm:t>
        <a:bodyPr/>
        <a:lstStyle/>
        <a:p>
          <a:endParaRPr lang="es-MX"/>
        </a:p>
      </dgm:t>
    </dgm:pt>
    <dgm:pt modelId="{4A93DD5B-1444-4A55-AACE-60EC48645A59}" type="pres">
      <dgm:prSet presAssocID="{DDDE9F96-D75E-4253-942F-8CD23643A286}" presName="hierRoot2" presStyleCnt="0">
        <dgm:presLayoutVars>
          <dgm:hierBranch val="init"/>
        </dgm:presLayoutVars>
      </dgm:prSet>
      <dgm:spPr/>
      <dgm:t>
        <a:bodyPr/>
        <a:lstStyle/>
        <a:p>
          <a:endParaRPr lang="es-MX"/>
        </a:p>
      </dgm:t>
    </dgm:pt>
    <dgm:pt modelId="{B103AC47-EB90-4902-8849-4FF42EEC3FB6}" type="pres">
      <dgm:prSet presAssocID="{DDDE9F96-D75E-4253-942F-8CD23643A286}" presName="rootComposite" presStyleCnt="0"/>
      <dgm:spPr/>
      <dgm:t>
        <a:bodyPr/>
        <a:lstStyle/>
        <a:p>
          <a:endParaRPr lang="es-MX"/>
        </a:p>
      </dgm:t>
    </dgm:pt>
    <dgm:pt modelId="{57A176A9-C083-4720-823F-7660CEA98194}" type="pres">
      <dgm:prSet presAssocID="{DDDE9F96-D75E-4253-942F-8CD23643A286}" presName="rootText" presStyleLbl="node3" presStyleIdx="0" presStyleCnt="2">
        <dgm:presLayoutVars>
          <dgm:chPref val="3"/>
        </dgm:presLayoutVars>
      </dgm:prSet>
      <dgm:spPr/>
      <dgm:t>
        <a:bodyPr/>
        <a:lstStyle/>
        <a:p>
          <a:endParaRPr lang="es-MX"/>
        </a:p>
      </dgm:t>
    </dgm:pt>
    <dgm:pt modelId="{9E043425-1646-4D5B-AD20-DD32B9C9061E}" type="pres">
      <dgm:prSet presAssocID="{DDDE9F96-D75E-4253-942F-8CD23643A286}" presName="rootConnector" presStyleLbl="node3" presStyleIdx="0" presStyleCnt="2"/>
      <dgm:spPr/>
      <dgm:t>
        <a:bodyPr/>
        <a:lstStyle/>
        <a:p>
          <a:endParaRPr lang="es-MX"/>
        </a:p>
      </dgm:t>
    </dgm:pt>
    <dgm:pt modelId="{1A7EAADD-0B14-4296-9DF7-40A0CA03B280}" type="pres">
      <dgm:prSet presAssocID="{DDDE9F96-D75E-4253-942F-8CD23643A286}" presName="hierChild4" presStyleCnt="0"/>
      <dgm:spPr/>
      <dgm:t>
        <a:bodyPr/>
        <a:lstStyle/>
        <a:p>
          <a:endParaRPr lang="es-MX"/>
        </a:p>
      </dgm:t>
    </dgm:pt>
    <dgm:pt modelId="{CE34BCA2-2412-44C1-802C-FF1BE6F94F2C}" type="pres">
      <dgm:prSet presAssocID="{DDDE9F96-D75E-4253-942F-8CD23643A286}" presName="hierChild5" presStyleCnt="0"/>
      <dgm:spPr/>
      <dgm:t>
        <a:bodyPr/>
        <a:lstStyle/>
        <a:p>
          <a:endParaRPr lang="es-MX"/>
        </a:p>
      </dgm:t>
    </dgm:pt>
    <dgm:pt modelId="{54F5A521-C57E-475B-B550-7548D37B14A2}" type="pres">
      <dgm:prSet presAssocID="{9F968752-A74C-424E-9ED6-E8839345262B}" presName="hierChild5" presStyleCnt="0"/>
      <dgm:spPr/>
      <dgm:t>
        <a:bodyPr/>
        <a:lstStyle/>
        <a:p>
          <a:endParaRPr lang="es-MX"/>
        </a:p>
      </dgm:t>
    </dgm:pt>
    <dgm:pt modelId="{09D26EC2-38A5-41A4-9A1E-1C55E839D2E3}" type="pres">
      <dgm:prSet presAssocID="{6331EC88-A8D7-4191-977D-C874E7992430}" presName="Name37" presStyleLbl="parChTrans1D2" presStyleIdx="1" presStyleCnt="2"/>
      <dgm:spPr/>
      <dgm:t>
        <a:bodyPr/>
        <a:lstStyle/>
        <a:p>
          <a:endParaRPr lang="es-MX"/>
        </a:p>
      </dgm:t>
    </dgm:pt>
    <dgm:pt modelId="{F61190E2-EE33-442D-9729-4665CB8F88D6}" type="pres">
      <dgm:prSet presAssocID="{7CC2E60A-7750-4D02-8064-5EC7F0765B9D}" presName="hierRoot2" presStyleCnt="0">
        <dgm:presLayoutVars>
          <dgm:hierBranch val="init"/>
        </dgm:presLayoutVars>
      </dgm:prSet>
      <dgm:spPr/>
      <dgm:t>
        <a:bodyPr/>
        <a:lstStyle/>
        <a:p>
          <a:endParaRPr lang="es-MX"/>
        </a:p>
      </dgm:t>
    </dgm:pt>
    <dgm:pt modelId="{5FB9DF48-38E9-4CBA-ABEC-386852E33D72}" type="pres">
      <dgm:prSet presAssocID="{7CC2E60A-7750-4D02-8064-5EC7F0765B9D}" presName="rootComposite" presStyleCnt="0"/>
      <dgm:spPr/>
      <dgm:t>
        <a:bodyPr/>
        <a:lstStyle/>
        <a:p>
          <a:endParaRPr lang="es-MX"/>
        </a:p>
      </dgm:t>
    </dgm:pt>
    <dgm:pt modelId="{B9EE425C-D33F-4C7C-9923-AADF42837CEC}" type="pres">
      <dgm:prSet presAssocID="{7CC2E60A-7750-4D02-8064-5EC7F0765B9D}" presName="rootText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s-MX"/>
        </a:p>
      </dgm:t>
    </dgm:pt>
    <dgm:pt modelId="{391041E8-4A09-46A2-A90C-5E2A6DDB4628}" type="pres">
      <dgm:prSet presAssocID="{7CC2E60A-7750-4D02-8064-5EC7F0765B9D}" presName="rootConnector" presStyleLbl="node2" presStyleIdx="1" presStyleCnt="2"/>
      <dgm:spPr/>
      <dgm:t>
        <a:bodyPr/>
        <a:lstStyle/>
        <a:p>
          <a:endParaRPr lang="es-MX"/>
        </a:p>
      </dgm:t>
    </dgm:pt>
    <dgm:pt modelId="{B7CD241B-3BEB-49A5-80A7-A7FEBC746192}" type="pres">
      <dgm:prSet presAssocID="{7CC2E60A-7750-4D02-8064-5EC7F0765B9D}" presName="hierChild4" presStyleCnt="0"/>
      <dgm:spPr/>
      <dgm:t>
        <a:bodyPr/>
        <a:lstStyle/>
        <a:p>
          <a:endParaRPr lang="es-MX"/>
        </a:p>
      </dgm:t>
    </dgm:pt>
    <dgm:pt modelId="{E03BF24D-A76C-4C69-A91B-181845CC716F}" type="pres">
      <dgm:prSet presAssocID="{D3177DA4-2442-4331-A2C3-B17FEAD39927}" presName="Name37" presStyleLbl="parChTrans1D3" presStyleIdx="1" presStyleCnt="2"/>
      <dgm:spPr/>
      <dgm:t>
        <a:bodyPr/>
        <a:lstStyle/>
        <a:p>
          <a:endParaRPr lang="es-MX"/>
        </a:p>
      </dgm:t>
    </dgm:pt>
    <dgm:pt modelId="{4A8F6056-5129-4A4B-B272-0A58D15F08B4}" type="pres">
      <dgm:prSet presAssocID="{8B37CB1F-3CC1-486D-B0D1-1F08B4A3305A}" presName="hierRoot2" presStyleCnt="0">
        <dgm:presLayoutVars>
          <dgm:hierBranch val="init"/>
        </dgm:presLayoutVars>
      </dgm:prSet>
      <dgm:spPr/>
      <dgm:t>
        <a:bodyPr/>
        <a:lstStyle/>
        <a:p>
          <a:endParaRPr lang="es-MX"/>
        </a:p>
      </dgm:t>
    </dgm:pt>
    <dgm:pt modelId="{3FE17E41-23C6-4004-AADD-ED80E5869CD4}" type="pres">
      <dgm:prSet presAssocID="{8B37CB1F-3CC1-486D-B0D1-1F08B4A3305A}" presName="rootComposite" presStyleCnt="0"/>
      <dgm:spPr/>
      <dgm:t>
        <a:bodyPr/>
        <a:lstStyle/>
        <a:p>
          <a:endParaRPr lang="es-MX"/>
        </a:p>
      </dgm:t>
    </dgm:pt>
    <dgm:pt modelId="{A154E18A-9A11-4027-901D-A316D155CADE}" type="pres">
      <dgm:prSet presAssocID="{8B37CB1F-3CC1-486D-B0D1-1F08B4A3305A}" presName="rootText" presStyleLbl="node3" presStyleIdx="1" presStyleCnt="2">
        <dgm:presLayoutVars>
          <dgm:chPref val="3"/>
        </dgm:presLayoutVars>
      </dgm:prSet>
      <dgm:spPr/>
      <dgm:t>
        <a:bodyPr/>
        <a:lstStyle/>
        <a:p>
          <a:endParaRPr lang="es-MX"/>
        </a:p>
      </dgm:t>
    </dgm:pt>
    <dgm:pt modelId="{577433F3-34B2-44B8-A078-49FA706DC79F}" type="pres">
      <dgm:prSet presAssocID="{8B37CB1F-3CC1-486D-B0D1-1F08B4A3305A}" presName="rootConnector" presStyleLbl="node3" presStyleIdx="1" presStyleCnt="2"/>
      <dgm:spPr/>
      <dgm:t>
        <a:bodyPr/>
        <a:lstStyle/>
        <a:p>
          <a:endParaRPr lang="es-MX"/>
        </a:p>
      </dgm:t>
    </dgm:pt>
    <dgm:pt modelId="{6FCDB6DD-F045-487A-A4F2-32F6ABC7A903}" type="pres">
      <dgm:prSet presAssocID="{8B37CB1F-3CC1-486D-B0D1-1F08B4A3305A}" presName="hierChild4" presStyleCnt="0"/>
      <dgm:spPr/>
      <dgm:t>
        <a:bodyPr/>
        <a:lstStyle/>
        <a:p>
          <a:endParaRPr lang="es-MX"/>
        </a:p>
      </dgm:t>
    </dgm:pt>
    <dgm:pt modelId="{BC396102-5E2A-4DF0-99FC-5F43ABB2792C}" type="pres">
      <dgm:prSet presAssocID="{8B37CB1F-3CC1-486D-B0D1-1F08B4A3305A}" presName="hierChild5" presStyleCnt="0"/>
      <dgm:spPr/>
      <dgm:t>
        <a:bodyPr/>
        <a:lstStyle/>
        <a:p>
          <a:endParaRPr lang="es-MX"/>
        </a:p>
      </dgm:t>
    </dgm:pt>
    <dgm:pt modelId="{52940958-1D37-4C96-B8F1-5ACFDEA96A3B}" type="pres">
      <dgm:prSet presAssocID="{7CC2E60A-7750-4D02-8064-5EC7F0765B9D}" presName="hierChild5" presStyleCnt="0"/>
      <dgm:spPr/>
      <dgm:t>
        <a:bodyPr/>
        <a:lstStyle/>
        <a:p>
          <a:endParaRPr lang="es-MX"/>
        </a:p>
      </dgm:t>
    </dgm:pt>
    <dgm:pt modelId="{C6106437-C181-42FF-A693-C16B72A73294}" type="pres">
      <dgm:prSet presAssocID="{5B3A579E-4015-4684-86B0-924E1353E6AB}" presName="hierChild3" presStyleCnt="0"/>
      <dgm:spPr/>
      <dgm:t>
        <a:bodyPr/>
        <a:lstStyle/>
        <a:p>
          <a:endParaRPr lang="es-MX"/>
        </a:p>
      </dgm:t>
    </dgm:pt>
  </dgm:ptLst>
  <dgm:cxnLst>
    <dgm:cxn modelId="{60BF5907-9260-4B9A-B664-8C39C3983F28}" srcId="{7CC2E60A-7750-4D02-8064-5EC7F0765B9D}" destId="{8B37CB1F-3CC1-486D-B0D1-1F08B4A3305A}" srcOrd="0" destOrd="0" parTransId="{D3177DA4-2442-4331-A2C3-B17FEAD39927}" sibTransId="{93BBBEEA-40A3-4D95-97ED-DC4873CB050C}"/>
    <dgm:cxn modelId="{1BA2E002-9374-490D-9875-F81A530E38CC}" type="presOf" srcId="{5B3A579E-4015-4684-86B0-924E1353E6AB}" destId="{ED14D5E9-31AF-423B-BBAD-BED40147FFE4}" srcOrd="0" destOrd="0" presId="urn:microsoft.com/office/officeart/2005/8/layout/orgChart1"/>
    <dgm:cxn modelId="{24F597F9-EC94-42C8-BC49-687F95AEBD49}" type="presOf" srcId="{DDDE9F96-D75E-4253-942F-8CD23643A286}" destId="{57A176A9-C083-4720-823F-7660CEA98194}" srcOrd="0" destOrd="0" presId="urn:microsoft.com/office/officeart/2005/8/layout/orgChart1"/>
    <dgm:cxn modelId="{2E7524A1-729B-4FA6-A779-11BE9F9F532B}" type="presOf" srcId="{8B37CB1F-3CC1-486D-B0D1-1F08B4A3305A}" destId="{A154E18A-9A11-4027-901D-A316D155CADE}" srcOrd="0" destOrd="0" presId="urn:microsoft.com/office/officeart/2005/8/layout/orgChart1"/>
    <dgm:cxn modelId="{68C42BFB-01D0-4D4A-A0D7-E3525DDB4E82}" type="presOf" srcId="{9F968752-A74C-424E-9ED6-E8839345262B}" destId="{EC6CE71F-A022-43D0-BD9B-B40C55171DCE}" srcOrd="0" destOrd="0" presId="urn:microsoft.com/office/officeart/2005/8/layout/orgChart1"/>
    <dgm:cxn modelId="{34E679BE-136E-42F8-93B1-16B60E256783}" type="presOf" srcId="{DDDE9F96-D75E-4253-942F-8CD23643A286}" destId="{9E043425-1646-4D5B-AD20-DD32B9C9061E}" srcOrd="1" destOrd="0" presId="urn:microsoft.com/office/officeart/2005/8/layout/orgChart1"/>
    <dgm:cxn modelId="{2CE20B60-BE11-46B0-9390-3AAF92AABE6B}" type="presOf" srcId="{5E425627-7952-4548-B50A-A447A5CAF126}" destId="{EAA74C2A-E4AF-489D-8FAC-5F7B3D683458}" srcOrd="0" destOrd="0" presId="urn:microsoft.com/office/officeart/2005/8/layout/orgChart1"/>
    <dgm:cxn modelId="{2EF314B6-8886-42BE-B68C-1615D5AB5520}" type="presOf" srcId="{69875BF4-E721-44F5-AAAE-506B100079AD}" destId="{A5855C06-687B-4A70-8057-34AAC6E255B8}" srcOrd="0" destOrd="0" presId="urn:microsoft.com/office/officeart/2005/8/layout/orgChart1"/>
    <dgm:cxn modelId="{3F8EE504-F9E2-4569-9F08-8ACEE544A0D7}" type="presOf" srcId="{D3177DA4-2442-4331-A2C3-B17FEAD39927}" destId="{E03BF24D-A76C-4C69-A91B-181845CC716F}" srcOrd="0" destOrd="0" presId="urn:microsoft.com/office/officeart/2005/8/layout/orgChart1"/>
    <dgm:cxn modelId="{C06D7B74-ED38-4ECA-80EE-C3E0D46AE304}" srcId="{38AAA5AF-8B9A-4CD9-9D46-FC4853F85185}" destId="{5B3A579E-4015-4684-86B0-924E1353E6AB}" srcOrd="0" destOrd="0" parTransId="{483E65EC-C3D7-477F-828C-8AFC3D275E82}" sibTransId="{9EA63005-D0CC-48E6-B286-CD3780A2F52C}"/>
    <dgm:cxn modelId="{6770D69B-B7AA-4886-A34B-81C65501D4C9}" type="presOf" srcId="{9F968752-A74C-424E-9ED6-E8839345262B}" destId="{078297FE-FFE9-4D2F-BD8A-14D3E05E1FE3}" srcOrd="1" destOrd="0" presId="urn:microsoft.com/office/officeart/2005/8/layout/orgChart1"/>
    <dgm:cxn modelId="{24220196-BDA4-4D02-9FF6-70E053C8B053}" type="presOf" srcId="{7CC2E60A-7750-4D02-8064-5EC7F0765B9D}" destId="{B9EE425C-D33F-4C7C-9923-AADF42837CEC}" srcOrd="0" destOrd="0" presId="urn:microsoft.com/office/officeart/2005/8/layout/orgChart1"/>
    <dgm:cxn modelId="{031DD803-B329-4E03-AA71-7370A7E4A7AD}" srcId="{5B3A579E-4015-4684-86B0-924E1353E6AB}" destId="{9F968752-A74C-424E-9ED6-E8839345262B}" srcOrd="0" destOrd="0" parTransId="{5E425627-7952-4548-B50A-A447A5CAF126}" sibTransId="{FB6CD0F4-4E87-410C-8A69-52FEDB6FA10B}"/>
    <dgm:cxn modelId="{F9F1247A-04B5-4E03-B0C7-B5D2C8A30CF6}" type="presOf" srcId="{5B3A579E-4015-4684-86B0-924E1353E6AB}" destId="{9B80A15F-8CAF-42BF-BFC6-08A798173C0B}" srcOrd="1" destOrd="0" presId="urn:microsoft.com/office/officeart/2005/8/layout/orgChart1"/>
    <dgm:cxn modelId="{E3B5B727-5611-4FCB-881D-E6E5996B2ECF}" type="presOf" srcId="{38AAA5AF-8B9A-4CD9-9D46-FC4853F85185}" destId="{0F8957DA-04C1-4941-92F5-274E8C1914BC}" srcOrd="0" destOrd="0" presId="urn:microsoft.com/office/officeart/2005/8/layout/orgChart1"/>
    <dgm:cxn modelId="{4191CDC3-E0C3-4395-9C69-E3140327B0BB}" type="presOf" srcId="{7CC2E60A-7750-4D02-8064-5EC7F0765B9D}" destId="{391041E8-4A09-46A2-A90C-5E2A6DDB4628}" srcOrd="1" destOrd="0" presId="urn:microsoft.com/office/officeart/2005/8/layout/orgChart1"/>
    <dgm:cxn modelId="{163297E0-C2BA-4F7E-BA0E-15A47061C614}" type="presOf" srcId="{8B37CB1F-3CC1-486D-B0D1-1F08B4A3305A}" destId="{577433F3-34B2-44B8-A078-49FA706DC79F}" srcOrd="1" destOrd="0" presId="urn:microsoft.com/office/officeart/2005/8/layout/orgChart1"/>
    <dgm:cxn modelId="{73FE4F04-461C-4F6B-BC70-47B42EFF470C}" type="presOf" srcId="{6331EC88-A8D7-4191-977D-C874E7992430}" destId="{09D26EC2-38A5-41A4-9A1E-1C55E839D2E3}" srcOrd="0" destOrd="0" presId="urn:microsoft.com/office/officeart/2005/8/layout/orgChart1"/>
    <dgm:cxn modelId="{E90CC70F-0CCF-444B-9197-65BE40A813CA}" srcId="{9F968752-A74C-424E-9ED6-E8839345262B}" destId="{DDDE9F96-D75E-4253-942F-8CD23643A286}" srcOrd="0" destOrd="0" parTransId="{69875BF4-E721-44F5-AAAE-506B100079AD}" sibTransId="{DF52FD64-CDA8-4E98-A898-1779B4C1CA3F}"/>
    <dgm:cxn modelId="{772D5D94-23EF-4E03-95EB-E31830781327}" srcId="{5B3A579E-4015-4684-86B0-924E1353E6AB}" destId="{7CC2E60A-7750-4D02-8064-5EC7F0765B9D}" srcOrd="1" destOrd="0" parTransId="{6331EC88-A8D7-4191-977D-C874E7992430}" sibTransId="{133AAFDE-C52E-4AED-8528-B42CDCD1248E}"/>
    <dgm:cxn modelId="{D45B70E1-EE5E-4FA4-9562-E5F5C08AB825}" type="presParOf" srcId="{0F8957DA-04C1-4941-92F5-274E8C1914BC}" destId="{69CF8535-A50B-44FA-8773-FD89BFCFD939}" srcOrd="0" destOrd="0" presId="urn:microsoft.com/office/officeart/2005/8/layout/orgChart1"/>
    <dgm:cxn modelId="{A6C83AC2-C425-4BBB-B028-7C8474664D45}" type="presParOf" srcId="{69CF8535-A50B-44FA-8773-FD89BFCFD939}" destId="{02F9A833-FBA1-49BC-BBB7-B203F3585CEB}" srcOrd="0" destOrd="0" presId="urn:microsoft.com/office/officeart/2005/8/layout/orgChart1"/>
    <dgm:cxn modelId="{4176C8A4-F1F8-4E81-8529-5036280C282B}" type="presParOf" srcId="{02F9A833-FBA1-49BC-BBB7-B203F3585CEB}" destId="{ED14D5E9-31AF-423B-BBAD-BED40147FFE4}" srcOrd="0" destOrd="0" presId="urn:microsoft.com/office/officeart/2005/8/layout/orgChart1"/>
    <dgm:cxn modelId="{AA97294E-6A14-4DDF-944C-20DF307B1679}" type="presParOf" srcId="{02F9A833-FBA1-49BC-BBB7-B203F3585CEB}" destId="{9B80A15F-8CAF-42BF-BFC6-08A798173C0B}" srcOrd="1" destOrd="0" presId="urn:microsoft.com/office/officeart/2005/8/layout/orgChart1"/>
    <dgm:cxn modelId="{30F5061B-EFFD-4F89-A61C-355ED5CDD49E}" type="presParOf" srcId="{69CF8535-A50B-44FA-8773-FD89BFCFD939}" destId="{2BEF388D-8B30-48F5-904D-04FBF0A0B2D2}" srcOrd="1" destOrd="0" presId="urn:microsoft.com/office/officeart/2005/8/layout/orgChart1"/>
    <dgm:cxn modelId="{40D46814-5A57-4939-B27C-01A8E605E059}" type="presParOf" srcId="{2BEF388D-8B30-48F5-904D-04FBF0A0B2D2}" destId="{EAA74C2A-E4AF-489D-8FAC-5F7B3D683458}" srcOrd="0" destOrd="0" presId="urn:microsoft.com/office/officeart/2005/8/layout/orgChart1"/>
    <dgm:cxn modelId="{9C5FCCBA-4096-4743-8D52-757B7C08A425}" type="presParOf" srcId="{2BEF388D-8B30-48F5-904D-04FBF0A0B2D2}" destId="{ACE44508-6789-4F8D-BA2D-6643E13D43B9}" srcOrd="1" destOrd="0" presId="urn:microsoft.com/office/officeart/2005/8/layout/orgChart1"/>
    <dgm:cxn modelId="{51AE8178-CED1-49E9-BFE9-E199F7B64D0D}" type="presParOf" srcId="{ACE44508-6789-4F8D-BA2D-6643E13D43B9}" destId="{1498B42B-0D60-48CA-B4EF-B1FADC6785FB}" srcOrd="0" destOrd="0" presId="urn:microsoft.com/office/officeart/2005/8/layout/orgChart1"/>
    <dgm:cxn modelId="{D2F28D15-C4FC-4265-9E00-2A537B0E9AB5}" type="presParOf" srcId="{1498B42B-0D60-48CA-B4EF-B1FADC6785FB}" destId="{EC6CE71F-A022-43D0-BD9B-B40C55171DCE}" srcOrd="0" destOrd="0" presId="urn:microsoft.com/office/officeart/2005/8/layout/orgChart1"/>
    <dgm:cxn modelId="{BDA27503-9090-42A9-B57A-774F62444791}" type="presParOf" srcId="{1498B42B-0D60-48CA-B4EF-B1FADC6785FB}" destId="{078297FE-FFE9-4D2F-BD8A-14D3E05E1FE3}" srcOrd="1" destOrd="0" presId="urn:microsoft.com/office/officeart/2005/8/layout/orgChart1"/>
    <dgm:cxn modelId="{581F6197-DD06-42A4-A863-B6FDA8EC1392}" type="presParOf" srcId="{ACE44508-6789-4F8D-BA2D-6643E13D43B9}" destId="{8B0B5B72-59B3-4F11-82FB-305A73CD3F9D}" srcOrd="1" destOrd="0" presId="urn:microsoft.com/office/officeart/2005/8/layout/orgChart1"/>
    <dgm:cxn modelId="{86B99F2B-96DB-4F9A-A5B1-6B6C7AD2C61C}" type="presParOf" srcId="{8B0B5B72-59B3-4F11-82FB-305A73CD3F9D}" destId="{A5855C06-687B-4A70-8057-34AAC6E255B8}" srcOrd="0" destOrd="0" presId="urn:microsoft.com/office/officeart/2005/8/layout/orgChart1"/>
    <dgm:cxn modelId="{B7F15B73-13E6-440C-AC66-767883EBD11A}" type="presParOf" srcId="{8B0B5B72-59B3-4F11-82FB-305A73CD3F9D}" destId="{4A93DD5B-1444-4A55-AACE-60EC48645A59}" srcOrd="1" destOrd="0" presId="urn:microsoft.com/office/officeart/2005/8/layout/orgChart1"/>
    <dgm:cxn modelId="{90FCCB05-CC80-47CD-B8AC-B361E385A314}" type="presParOf" srcId="{4A93DD5B-1444-4A55-AACE-60EC48645A59}" destId="{B103AC47-EB90-4902-8849-4FF42EEC3FB6}" srcOrd="0" destOrd="0" presId="urn:microsoft.com/office/officeart/2005/8/layout/orgChart1"/>
    <dgm:cxn modelId="{8C491AAC-634A-4907-8B5B-7B777B927FDB}" type="presParOf" srcId="{B103AC47-EB90-4902-8849-4FF42EEC3FB6}" destId="{57A176A9-C083-4720-823F-7660CEA98194}" srcOrd="0" destOrd="0" presId="urn:microsoft.com/office/officeart/2005/8/layout/orgChart1"/>
    <dgm:cxn modelId="{A65AE735-72D6-4974-A405-ACE1E376001F}" type="presParOf" srcId="{B103AC47-EB90-4902-8849-4FF42EEC3FB6}" destId="{9E043425-1646-4D5B-AD20-DD32B9C9061E}" srcOrd="1" destOrd="0" presId="urn:microsoft.com/office/officeart/2005/8/layout/orgChart1"/>
    <dgm:cxn modelId="{3FDB7BEA-DF4F-4BFA-94C0-CF1D6CEC4D55}" type="presParOf" srcId="{4A93DD5B-1444-4A55-AACE-60EC48645A59}" destId="{1A7EAADD-0B14-4296-9DF7-40A0CA03B280}" srcOrd="1" destOrd="0" presId="urn:microsoft.com/office/officeart/2005/8/layout/orgChart1"/>
    <dgm:cxn modelId="{78DE1A92-F5B1-4E3B-8CFF-559423828891}" type="presParOf" srcId="{4A93DD5B-1444-4A55-AACE-60EC48645A59}" destId="{CE34BCA2-2412-44C1-802C-FF1BE6F94F2C}" srcOrd="2" destOrd="0" presId="urn:microsoft.com/office/officeart/2005/8/layout/orgChart1"/>
    <dgm:cxn modelId="{C8F91CB9-6ED8-469D-97D9-F78F73206D8B}" type="presParOf" srcId="{ACE44508-6789-4F8D-BA2D-6643E13D43B9}" destId="{54F5A521-C57E-475B-B550-7548D37B14A2}" srcOrd="2" destOrd="0" presId="urn:microsoft.com/office/officeart/2005/8/layout/orgChart1"/>
    <dgm:cxn modelId="{BB08C9A8-0EB0-45A3-B2EC-6A13C4DB35EC}" type="presParOf" srcId="{2BEF388D-8B30-48F5-904D-04FBF0A0B2D2}" destId="{09D26EC2-38A5-41A4-9A1E-1C55E839D2E3}" srcOrd="2" destOrd="0" presId="urn:microsoft.com/office/officeart/2005/8/layout/orgChart1"/>
    <dgm:cxn modelId="{F9CBAF84-6BCF-4B70-BD51-3E5DD42C52E0}" type="presParOf" srcId="{2BEF388D-8B30-48F5-904D-04FBF0A0B2D2}" destId="{F61190E2-EE33-442D-9729-4665CB8F88D6}" srcOrd="3" destOrd="0" presId="urn:microsoft.com/office/officeart/2005/8/layout/orgChart1"/>
    <dgm:cxn modelId="{368350E4-E8A4-4C0D-8785-BD9764AD209C}" type="presParOf" srcId="{F61190E2-EE33-442D-9729-4665CB8F88D6}" destId="{5FB9DF48-38E9-4CBA-ABEC-386852E33D72}" srcOrd="0" destOrd="0" presId="urn:microsoft.com/office/officeart/2005/8/layout/orgChart1"/>
    <dgm:cxn modelId="{2003F419-768C-4670-9510-46156F317628}" type="presParOf" srcId="{5FB9DF48-38E9-4CBA-ABEC-386852E33D72}" destId="{B9EE425C-D33F-4C7C-9923-AADF42837CEC}" srcOrd="0" destOrd="0" presId="urn:microsoft.com/office/officeart/2005/8/layout/orgChart1"/>
    <dgm:cxn modelId="{2B6A71C5-F391-4E8D-9301-3F03E98B1F99}" type="presParOf" srcId="{5FB9DF48-38E9-4CBA-ABEC-386852E33D72}" destId="{391041E8-4A09-46A2-A90C-5E2A6DDB4628}" srcOrd="1" destOrd="0" presId="urn:microsoft.com/office/officeart/2005/8/layout/orgChart1"/>
    <dgm:cxn modelId="{B47C0685-9878-4676-9E92-96C4BC47883F}" type="presParOf" srcId="{F61190E2-EE33-442D-9729-4665CB8F88D6}" destId="{B7CD241B-3BEB-49A5-80A7-A7FEBC746192}" srcOrd="1" destOrd="0" presId="urn:microsoft.com/office/officeart/2005/8/layout/orgChart1"/>
    <dgm:cxn modelId="{0F0AEC71-2E1F-42DA-A3FD-5DB17047B7F9}" type="presParOf" srcId="{B7CD241B-3BEB-49A5-80A7-A7FEBC746192}" destId="{E03BF24D-A76C-4C69-A91B-181845CC716F}" srcOrd="0" destOrd="0" presId="urn:microsoft.com/office/officeart/2005/8/layout/orgChart1"/>
    <dgm:cxn modelId="{C1BC6DE5-ABFD-4FF3-A3F4-9AA88C646602}" type="presParOf" srcId="{B7CD241B-3BEB-49A5-80A7-A7FEBC746192}" destId="{4A8F6056-5129-4A4B-B272-0A58D15F08B4}" srcOrd="1" destOrd="0" presId="urn:microsoft.com/office/officeart/2005/8/layout/orgChart1"/>
    <dgm:cxn modelId="{4B051BA6-4F4A-45DA-B590-5D71AD6E97A7}" type="presParOf" srcId="{4A8F6056-5129-4A4B-B272-0A58D15F08B4}" destId="{3FE17E41-23C6-4004-AADD-ED80E5869CD4}" srcOrd="0" destOrd="0" presId="urn:microsoft.com/office/officeart/2005/8/layout/orgChart1"/>
    <dgm:cxn modelId="{16931E80-6772-460A-AA7D-1532D6EFF147}" type="presParOf" srcId="{3FE17E41-23C6-4004-AADD-ED80E5869CD4}" destId="{A154E18A-9A11-4027-901D-A316D155CADE}" srcOrd="0" destOrd="0" presId="urn:microsoft.com/office/officeart/2005/8/layout/orgChart1"/>
    <dgm:cxn modelId="{45EC4598-D2AA-4C2E-B2E9-41AF7294F987}" type="presParOf" srcId="{3FE17E41-23C6-4004-AADD-ED80E5869CD4}" destId="{577433F3-34B2-44B8-A078-49FA706DC79F}" srcOrd="1" destOrd="0" presId="urn:microsoft.com/office/officeart/2005/8/layout/orgChart1"/>
    <dgm:cxn modelId="{D9A49CC4-B0E7-4F6C-82D1-F2DC56536A16}" type="presParOf" srcId="{4A8F6056-5129-4A4B-B272-0A58D15F08B4}" destId="{6FCDB6DD-F045-487A-A4F2-32F6ABC7A903}" srcOrd="1" destOrd="0" presId="urn:microsoft.com/office/officeart/2005/8/layout/orgChart1"/>
    <dgm:cxn modelId="{5A20B822-8D02-4A2E-935B-922EEA726953}" type="presParOf" srcId="{4A8F6056-5129-4A4B-B272-0A58D15F08B4}" destId="{BC396102-5E2A-4DF0-99FC-5F43ABB2792C}" srcOrd="2" destOrd="0" presId="urn:microsoft.com/office/officeart/2005/8/layout/orgChart1"/>
    <dgm:cxn modelId="{729E053A-3FFC-4976-8C0D-3F34B81D5CC5}" type="presParOf" srcId="{F61190E2-EE33-442D-9729-4665CB8F88D6}" destId="{52940958-1D37-4C96-B8F1-5ACFDEA96A3B}" srcOrd="2" destOrd="0" presId="urn:microsoft.com/office/officeart/2005/8/layout/orgChart1"/>
    <dgm:cxn modelId="{B010744C-240A-489B-914E-CFC311CFA977}" type="presParOf" srcId="{69CF8535-A50B-44FA-8773-FD89BFCFD939}" destId="{C6106437-C181-42FF-A693-C16B72A7329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3BF24D-A76C-4C69-A91B-181845CC716F}">
      <dsp:nvSpPr>
        <dsp:cNvPr id="0" name=""/>
        <dsp:cNvSpPr/>
      </dsp:nvSpPr>
      <dsp:spPr>
        <a:xfrm>
          <a:off x="3711315" y="2928524"/>
          <a:ext cx="362654" cy="11121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12140"/>
              </a:lnTo>
              <a:lnTo>
                <a:pt x="362654" y="111214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D26EC2-38A5-41A4-9A1E-1C55E839D2E3}">
      <dsp:nvSpPr>
        <dsp:cNvPr id="0" name=""/>
        <dsp:cNvSpPr/>
      </dsp:nvSpPr>
      <dsp:spPr>
        <a:xfrm>
          <a:off x="3215687" y="1211959"/>
          <a:ext cx="1462706" cy="5077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3858"/>
              </a:lnTo>
              <a:lnTo>
                <a:pt x="1462706" y="253858"/>
              </a:lnTo>
              <a:lnTo>
                <a:pt x="1462706" y="50771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855C06-687B-4A70-8057-34AAC6E255B8}">
      <dsp:nvSpPr>
        <dsp:cNvPr id="0" name=""/>
        <dsp:cNvSpPr/>
      </dsp:nvSpPr>
      <dsp:spPr>
        <a:xfrm>
          <a:off x="785901" y="2928524"/>
          <a:ext cx="362654" cy="11121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12140"/>
              </a:lnTo>
              <a:lnTo>
                <a:pt x="362654" y="111214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A74C2A-E4AF-489D-8FAC-5F7B3D683458}">
      <dsp:nvSpPr>
        <dsp:cNvPr id="0" name=""/>
        <dsp:cNvSpPr/>
      </dsp:nvSpPr>
      <dsp:spPr>
        <a:xfrm>
          <a:off x="1752980" y="1211959"/>
          <a:ext cx="1462706" cy="507716"/>
        </a:xfrm>
        <a:custGeom>
          <a:avLst/>
          <a:gdLst/>
          <a:ahLst/>
          <a:cxnLst/>
          <a:rect l="0" t="0" r="0" b="0"/>
          <a:pathLst>
            <a:path>
              <a:moveTo>
                <a:pt x="1462706" y="0"/>
              </a:moveTo>
              <a:lnTo>
                <a:pt x="1462706" y="253858"/>
              </a:lnTo>
              <a:lnTo>
                <a:pt x="0" y="253858"/>
              </a:lnTo>
              <a:lnTo>
                <a:pt x="0" y="50771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14D5E9-31AF-423B-BBAD-BED40147FFE4}">
      <dsp:nvSpPr>
        <dsp:cNvPr id="0" name=""/>
        <dsp:cNvSpPr/>
      </dsp:nvSpPr>
      <dsp:spPr>
        <a:xfrm>
          <a:off x="2006839" y="3110"/>
          <a:ext cx="2417697" cy="120884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noProof="0" dirty="0" smtClean="0"/>
            <a:t>Nissan Control de Producción</a:t>
          </a:r>
          <a:endParaRPr lang="es-MX" sz="1300" kern="1200" noProof="0" dirty="0" smtClean="0"/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noProof="0" dirty="0" smtClean="0"/>
            <a:t>Joel Gonzalez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noProof="0" dirty="0" smtClean="0"/>
            <a:t>(449) </a:t>
          </a:r>
          <a:r>
            <a:rPr lang="es-MX" sz="1300" kern="1200" noProof="0" dirty="0" smtClean="0"/>
            <a:t>910-4081 joel.gonzalez@nissan.com.mx</a:t>
          </a:r>
          <a:endParaRPr lang="es-MX" sz="1300" kern="1200" noProof="0" dirty="0"/>
        </a:p>
      </dsp:txBody>
      <dsp:txXfrm>
        <a:off x="2006839" y="3110"/>
        <a:ext cx="2417697" cy="1208848"/>
      </dsp:txXfrm>
    </dsp:sp>
    <dsp:sp modelId="{EC6CE71F-A022-43D0-BD9B-B40C55171DCE}">
      <dsp:nvSpPr>
        <dsp:cNvPr id="0" name=""/>
        <dsp:cNvSpPr/>
      </dsp:nvSpPr>
      <dsp:spPr>
        <a:xfrm>
          <a:off x="544132" y="1719675"/>
          <a:ext cx="2417697" cy="120884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noProof="0" dirty="0" smtClean="0"/>
            <a:t>Softtek Delivery Manager 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noProof="0" dirty="0" smtClean="0"/>
            <a:t>Francisco Medina 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noProof="0" dirty="0" smtClean="0"/>
            <a:t>(449) 200-2054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noProof="0" dirty="0" smtClean="0"/>
            <a:t>francisco.medina@softtek.com</a:t>
          </a:r>
        </a:p>
      </dsp:txBody>
      <dsp:txXfrm>
        <a:off x="544132" y="1719675"/>
        <a:ext cx="2417697" cy="1208848"/>
      </dsp:txXfrm>
    </dsp:sp>
    <dsp:sp modelId="{57A176A9-C083-4720-823F-7660CEA98194}">
      <dsp:nvSpPr>
        <dsp:cNvPr id="0" name=""/>
        <dsp:cNvSpPr/>
      </dsp:nvSpPr>
      <dsp:spPr>
        <a:xfrm>
          <a:off x="1148556" y="3436240"/>
          <a:ext cx="2417697" cy="120884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noProof="0" smtClean="0"/>
            <a:t>Practice Manager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noProof="0" smtClean="0"/>
            <a:t>Jorge Mendoza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noProof="0" smtClean="0"/>
            <a:t>(449)-922-8354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noProof="0" smtClean="0"/>
            <a:t>Jorge.mendoza@softtek.com</a:t>
          </a:r>
          <a:endParaRPr lang="es-MX" sz="1300" kern="1200" noProof="0"/>
        </a:p>
      </dsp:txBody>
      <dsp:txXfrm>
        <a:off x="1148556" y="3436240"/>
        <a:ext cx="2417697" cy="1208848"/>
      </dsp:txXfrm>
    </dsp:sp>
    <dsp:sp modelId="{B9EE425C-D33F-4C7C-9923-AADF42837CEC}">
      <dsp:nvSpPr>
        <dsp:cNvPr id="0" name=""/>
        <dsp:cNvSpPr/>
      </dsp:nvSpPr>
      <dsp:spPr>
        <a:xfrm>
          <a:off x="3469546" y="1719675"/>
          <a:ext cx="2417697" cy="120884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noProof="0" dirty="0" smtClean="0"/>
            <a:t>Business Relationship Manager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noProof="0" dirty="0" smtClean="0"/>
            <a:t>Brenda Benavente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noProof="0" dirty="0" smtClean="0"/>
            <a:t>(55) 5029-5077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noProof="0" dirty="0" smtClean="0"/>
            <a:t>Brenda.benavente@softtek.com</a:t>
          </a:r>
          <a:endParaRPr lang="es-MX" sz="1300" kern="1200" noProof="0" dirty="0"/>
        </a:p>
      </dsp:txBody>
      <dsp:txXfrm>
        <a:off x="3469546" y="1719675"/>
        <a:ext cx="2417697" cy="1208848"/>
      </dsp:txXfrm>
    </dsp:sp>
    <dsp:sp modelId="{A154E18A-9A11-4027-901D-A316D155CADE}">
      <dsp:nvSpPr>
        <dsp:cNvPr id="0" name=""/>
        <dsp:cNvSpPr/>
      </dsp:nvSpPr>
      <dsp:spPr>
        <a:xfrm>
          <a:off x="4073970" y="3436240"/>
          <a:ext cx="2417697" cy="120884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noProof="0" dirty="0" smtClean="0"/>
            <a:t>Business Relationship Manager </a:t>
          </a:r>
          <a:r>
            <a:rPr lang="es-MX" sz="1300" kern="1200" noProof="0" dirty="0" smtClean="0"/>
            <a:t>Lead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noProof="0" dirty="0" smtClean="0"/>
            <a:t>Ma. del Carmen Montañez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noProof="0" dirty="0" smtClean="0"/>
            <a:t>(55) 5029-5034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noProof="0" dirty="0" smtClean="0"/>
            <a:t>maria.montanez@softtek.com</a:t>
          </a:r>
          <a:endParaRPr lang="es-MX" sz="1300" kern="1200" noProof="0" dirty="0"/>
        </a:p>
      </dsp:txBody>
      <dsp:txXfrm>
        <a:off x="4073970" y="3436240"/>
        <a:ext cx="2417697" cy="12088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284A0C55-F049-4787-B499-B8C3CBE65A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069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MX" noProof="0" smtClean="0"/>
              <a:t>Click to edit Master text styles</a:t>
            </a:r>
          </a:p>
          <a:p>
            <a:pPr lvl="1"/>
            <a:r>
              <a:rPr lang="es-MX" noProof="0" smtClean="0"/>
              <a:t>Second level</a:t>
            </a:r>
          </a:p>
          <a:p>
            <a:pPr lvl="2"/>
            <a:r>
              <a:rPr lang="es-MX" noProof="0" smtClean="0"/>
              <a:t>Third level</a:t>
            </a:r>
          </a:p>
          <a:p>
            <a:pPr lvl="3"/>
            <a:r>
              <a:rPr lang="es-MX" noProof="0" smtClean="0"/>
              <a:t>Fourth level</a:t>
            </a:r>
          </a:p>
          <a:p>
            <a:pPr lvl="4"/>
            <a:r>
              <a:rPr lang="es-MX" noProof="0" smtClean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2EB9F731-118D-481E-A356-F23B2D4B4212}" type="slidenum">
              <a:rPr lang="es-MX"/>
              <a:pPr>
                <a:defRPr/>
              </a:pPr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87587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160588" y="0"/>
            <a:ext cx="1079500" cy="10795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0" y="1588"/>
            <a:ext cx="2159000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4"/>
          <p:cNvSpPr txBox="1">
            <a:spLocks/>
          </p:cNvSpPr>
          <p:nvPr/>
        </p:nvSpPr>
        <p:spPr bwMode="auto">
          <a:xfrm>
            <a:off x="323850" y="5781675"/>
            <a:ext cx="49212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60000"/>
              </a:lnSpc>
              <a:defRPr/>
            </a:pPr>
            <a:r>
              <a:rPr lang="en-US" dirty="0" smtClean="0">
                <a:latin typeface="Rockwell" pitchFamily="18" charset="0"/>
                <a:ea typeface="Rockwell" pitchFamily="18" charset="0"/>
                <a:cs typeface="Rockwell" pitchFamily="18" charset="0"/>
              </a:rPr>
              <a:t>The Process of Creating</a:t>
            </a:r>
          </a:p>
          <a:p>
            <a:pPr>
              <a:lnSpc>
                <a:spcPct val="60000"/>
              </a:lnSpc>
              <a:defRPr/>
            </a:pPr>
            <a:r>
              <a:rPr lang="en-US" sz="2400" dirty="0" smtClean="0">
                <a:solidFill>
                  <a:srgbClr val="F79646"/>
                </a:solidFill>
                <a:latin typeface="Rockwell" pitchFamily="18" charset="0"/>
                <a:ea typeface="Rockwell" pitchFamily="18" charset="0"/>
                <a:cs typeface="Rockwell" pitchFamily="18" charset="0"/>
              </a:rPr>
              <a:t>[</a:t>
            </a:r>
            <a:r>
              <a:rPr lang="en-US" sz="2800" dirty="0" smtClean="0">
                <a:solidFill>
                  <a:srgbClr val="7F7F7F"/>
                </a:solidFill>
                <a:latin typeface="Rockwell" pitchFamily="18" charset="0"/>
                <a:ea typeface="Rockwell" pitchFamily="18" charset="0"/>
                <a:cs typeface="Rockwell" pitchFamily="18" charset="0"/>
              </a:rPr>
              <a:t> </a:t>
            </a:r>
            <a:r>
              <a:rPr lang="en-US" dirty="0" smtClean="0">
                <a:solidFill>
                  <a:srgbClr val="7F7F7F"/>
                </a:solidFill>
                <a:latin typeface="Rockwell" pitchFamily="18" charset="0"/>
                <a:ea typeface="Rockwell" pitchFamily="18" charset="0"/>
                <a:cs typeface="Rockwell" pitchFamily="18" charset="0"/>
              </a:rPr>
              <a:t>Business Value through Applications </a:t>
            </a:r>
            <a:r>
              <a:rPr lang="en-US" sz="2400" dirty="0" smtClean="0">
                <a:solidFill>
                  <a:srgbClr val="F79646"/>
                </a:solidFill>
                <a:latin typeface="Rockwell" pitchFamily="18" charset="0"/>
                <a:ea typeface="Rockwell" pitchFamily="18" charset="0"/>
                <a:cs typeface="Rockwell" pitchFamily="18" charset="0"/>
              </a:rPr>
              <a:t>]</a:t>
            </a: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323850" y="6524625"/>
            <a:ext cx="5111750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800" dirty="0"/>
              <a:t>All Rights Reserved © </a:t>
            </a:r>
            <a:r>
              <a:rPr lang="en-US" sz="800" dirty="0" err="1"/>
              <a:t>Valores</a:t>
            </a:r>
            <a:r>
              <a:rPr lang="en-US" sz="800" dirty="0"/>
              <a:t> </a:t>
            </a:r>
            <a:r>
              <a:rPr lang="en-US" sz="800" dirty="0" err="1"/>
              <a:t>Corporativos</a:t>
            </a:r>
            <a:r>
              <a:rPr lang="en-US" sz="800" dirty="0"/>
              <a:t> Softtek S.A. de C.V. </a:t>
            </a:r>
            <a:r>
              <a:rPr lang="en-US" sz="800" dirty="0" smtClean="0"/>
              <a:t>2014.</a:t>
            </a:r>
            <a:endParaRPr lang="en-US" sz="800" dirty="0"/>
          </a:p>
        </p:txBody>
      </p:sp>
      <p:sp>
        <p:nvSpPr>
          <p:cNvPr id="9" name="Rectangle 8"/>
          <p:cNvSpPr/>
          <p:nvPr/>
        </p:nvSpPr>
        <p:spPr>
          <a:xfrm>
            <a:off x="8064500" y="5778500"/>
            <a:ext cx="1079500" cy="1079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986588" y="5778500"/>
            <a:ext cx="1079500" cy="1079500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907088" y="1081088"/>
            <a:ext cx="1079500" cy="1079500"/>
          </a:xfrm>
          <a:prstGeom prst="rect">
            <a:avLst/>
          </a:prstGeom>
          <a:solidFill>
            <a:srgbClr val="7F7F7F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064500" y="2160588"/>
            <a:ext cx="1079500" cy="1079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0" y="3240088"/>
            <a:ext cx="1079500" cy="1079500"/>
          </a:xfrm>
          <a:prstGeom prst="rect">
            <a:avLst/>
          </a:pr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79500" y="4319588"/>
            <a:ext cx="1079500" cy="1079500"/>
          </a:xfrm>
          <a:prstGeom prst="rect">
            <a:avLst/>
          </a:prstGeom>
          <a:solidFill>
            <a:srgbClr val="4BACC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Title 7"/>
          <p:cNvSpPr>
            <a:spLocks noGrp="1"/>
          </p:cNvSpPr>
          <p:nvPr>
            <p:ph type="ctrTitle"/>
          </p:nvPr>
        </p:nvSpPr>
        <p:spPr>
          <a:xfrm>
            <a:off x="323850" y="556054"/>
            <a:ext cx="5168390" cy="1604660"/>
          </a:xfrm>
        </p:spPr>
        <p:txBody>
          <a:bodyPr anchor="b">
            <a:normAutofit fontScale="90000"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dirty="0"/>
          </a:p>
        </p:txBody>
      </p:sp>
      <p:sp>
        <p:nvSpPr>
          <p:cNvPr id="12" name="Subtitle 8"/>
          <p:cNvSpPr>
            <a:spLocks noGrp="1"/>
          </p:cNvSpPr>
          <p:nvPr>
            <p:ph type="subTitle" idx="1"/>
          </p:nvPr>
        </p:nvSpPr>
        <p:spPr>
          <a:xfrm>
            <a:off x="323850" y="2320123"/>
            <a:ext cx="3604663" cy="709686"/>
          </a:xfrm>
        </p:spPr>
        <p:txBody>
          <a:bodyPr>
            <a:normAutofit/>
          </a:bodyPr>
          <a:lstStyle>
            <a:lvl1pPr marL="0" indent="0" algn="l">
              <a:lnSpc>
                <a:spcPct val="80000"/>
              </a:lnSpc>
              <a:buNone/>
              <a:defRPr sz="1800">
                <a:solidFill>
                  <a:schemeClr val="tx2"/>
                </a:solidFill>
              </a:defRPr>
            </a:lvl1pPr>
            <a:lvl2pPr marL="0" indent="0">
              <a:buNone/>
              <a:defRPr sz="1500"/>
            </a:lvl2pPr>
          </a:lstStyle>
          <a:p>
            <a:r>
              <a:rPr lang="en-US" noProof="0" smtClean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70718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0" y="4699000"/>
            <a:ext cx="2159000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3619500"/>
            <a:ext cx="1079500" cy="1079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3817938" y="10895013"/>
            <a:ext cx="5111750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sz="800">
                <a:solidFill>
                  <a:schemeClr val="bg1"/>
                </a:solidFill>
              </a:rPr>
              <a:t>All Rights Reserved © Valores Corporativos Softtek S.A. de C.V. 2011.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03913" y="5778500"/>
            <a:ext cx="1081087" cy="10795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985000" y="0"/>
            <a:ext cx="1079500" cy="1079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822825" y="5778500"/>
            <a:ext cx="1081088" cy="1079500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062913" y="1079500"/>
            <a:ext cx="1081087" cy="1079500"/>
          </a:xfrm>
          <a:prstGeom prst="rect">
            <a:avLst/>
          </a:prstGeom>
          <a:solidFill>
            <a:schemeClr val="bg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Title 4"/>
          <p:cNvSpPr txBox="1">
            <a:spLocks/>
          </p:cNvSpPr>
          <p:nvPr/>
        </p:nvSpPr>
        <p:spPr bwMode="auto">
          <a:xfrm>
            <a:off x="323850" y="5781675"/>
            <a:ext cx="49212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60000"/>
              </a:lnSpc>
              <a:defRPr/>
            </a:pPr>
            <a:r>
              <a:rPr lang="en-US" dirty="0" smtClean="0">
                <a:latin typeface="Rockwell" pitchFamily="18" charset="0"/>
                <a:ea typeface="Rockwell" pitchFamily="18" charset="0"/>
                <a:cs typeface="Rockwell" pitchFamily="18" charset="0"/>
              </a:rPr>
              <a:t>The Process of Creating</a:t>
            </a:r>
          </a:p>
          <a:p>
            <a:pPr>
              <a:lnSpc>
                <a:spcPct val="60000"/>
              </a:lnSpc>
              <a:defRPr/>
            </a:pPr>
            <a:r>
              <a:rPr lang="en-US" sz="2400" dirty="0" smtClean="0">
                <a:solidFill>
                  <a:srgbClr val="F79646"/>
                </a:solidFill>
                <a:latin typeface="Rockwell" pitchFamily="18" charset="0"/>
                <a:ea typeface="Rockwell" pitchFamily="18" charset="0"/>
                <a:cs typeface="Rockwell" pitchFamily="18" charset="0"/>
              </a:rPr>
              <a:t>[</a:t>
            </a:r>
            <a:r>
              <a:rPr lang="en-US" sz="2800" dirty="0" smtClean="0">
                <a:solidFill>
                  <a:srgbClr val="7F7F7F"/>
                </a:solidFill>
                <a:latin typeface="Rockwell" pitchFamily="18" charset="0"/>
                <a:ea typeface="Rockwell" pitchFamily="18" charset="0"/>
                <a:cs typeface="Rockwell" pitchFamily="18" charset="0"/>
              </a:rPr>
              <a:t> </a:t>
            </a:r>
            <a:r>
              <a:rPr lang="en-US" dirty="0" smtClean="0">
                <a:solidFill>
                  <a:srgbClr val="7F7F7F"/>
                </a:solidFill>
                <a:latin typeface="Rockwell" pitchFamily="18" charset="0"/>
                <a:ea typeface="Rockwell" pitchFamily="18" charset="0"/>
                <a:cs typeface="Rockwell" pitchFamily="18" charset="0"/>
              </a:rPr>
              <a:t>Business Value through Applications </a:t>
            </a:r>
            <a:r>
              <a:rPr lang="en-US" sz="2400" dirty="0" smtClean="0">
                <a:solidFill>
                  <a:srgbClr val="F79646"/>
                </a:solidFill>
                <a:latin typeface="Rockwell" pitchFamily="18" charset="0"/>
                <a:ea typeface="Rockwell" pitchFamily="18" charset="0"/>
                <a:cs typeface="Rockwell" pitchFamily="18" charset="0"/>
              </a:rPr>
              <a:t>]</a:t>
            </a: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323850" y="6524625"/>
            <a:ext cx="5111750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800" dirty="0"/>
              <a:t>All Rights Reserved © </a:t>
            </a:r>
            <a:r>
              <a:rPr lang="en-US" sz="800" dirty="0" err="1"/>
              <a:t>Valores</a:t>
            </a:r>
            <a:r>
              <a:rPr lang="en-US" sz="800" dirty="0"/>
              <a:t> </a:t>
            </a:r>
            <a:r>
              <a:rPr lang="en-US" sz="800" dirty="0" err="1"/>
              <a:t>Corporativos</a:t>
            </a:r>
            <a:r>
              <a:rPr lang="en-US" sz="800" dirty="0"/>
              <a:t> Softtek S.A. de C.V. </a:t>
            </a:r>
            <a:r>
              <a:rPr lang="en-US" sz="800" dirty="0" smtClean="0"/>
              <a:t>2012</a:t>
            </a:r>
            <a:endParaRPr lang="en-US" sz="800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324962" y="339629"/>
            <a:ext cx="5742206" cy="1612727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s-MX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318871" y="2111128"/>
            <a:ext cx="5748476" cy="59499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1800">
                <a:solidFill>
                  <a:schemeClr val="tx2"/>
                </a:solidFill>
              </a:defRPr>
            </a:lvl1pPr>
            <a:lvl2pPr marL="0" indent="0">
              <a:buNone/>
              <a:defRPr sz="15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638147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160588" y="368300"/>
            <a:ext cx="1079500" cy="10795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0" y="4699000"/>
            <a:ext cx="2159000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8064500" y="3175"/>
            <a:ext cx="1079500" cy="1079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064500" y="1084263"/>
            <a:ext cx="1079500" cy="1081087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3817938" y="10895013"/>
            <a:ext cx="5111750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sz="800">
                <a:solidFill>
                  <a:schemeClr val="bg1"/>
                </a:solidFill>
              </a:rPr>
              <a:t>All Rights Reserved © Valores Corporativos Softtek S.A. de C.V. 2011.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03913" y="5778500"/>
            <a:ext cx="1081087" cy="10795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079500" cy="10795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2160588"/>
            <a:ext cx="1079500" cy="1081087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-1588" y="5778500"/>
            <a:ext cx="1081088" cy="10795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79500" y="4699000"/>
            <a:ext cx="1081088" cy="1079500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Title 4"/>
          <p:cNvSpPr txBox="1">
            <a:spLocks/>
          </p:cNvSpPr>
          <p:nvPr/>
        </p:nvSpPr>
        <p:spPr bwMode="auto">
          <a:xfrm>
            <a:off x="323850" y="606425"/>
            <a:ext cx="2916238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60000"/>
              </a:lnSpc>
              <a:defRPr/>
            </a:pPr>
            <a:r>
              <a:rPr lang="en-US" dirty="0" smtClean="0">
                <a:latin typeface="Rockwell" pitchFamily="18" charset="0"/>
                <a:ea typeface="Rockwell" pitchFamily="18" charset="0"/>
                <a:cs typeface="Rockwell" pitchFamily="18" charset="0"/>
              </a:rPr>
              <a:t>The Process of Creating</a:t>
            </a:r>
          </a:p>
          <a:p>
            <a:pPr>
              <a:lnSpc>
                <a:spcPct val="60000"/>
              </a:lnSpc>
              <a:defRPr/>
            </a:pPr>
            <a:r>
              <a:rPr lang="en-US" sz="2400" dirty="0" smtClean="0">
                <a:solidFill>
                  <a:srgbClr val="F79646"/>
                </a:solidFill>
                <a:latin typeface="Rockwell" pitchFamily="18" charset="0"/>
                <a:ea typeface="Rockwell" pitchFamily="18" charset="0"/>
                <a:cs typeface="Rockwell" pitchFamily="18" charset="0"/>
              </a:rPr>
              <a:t>[</a:t>
            </a:r>
            <a:r>
              <a:rPr lang="en-US" sz="2800" dirty="0" smtClean="0">
                <a:solidFill>
                  <a:srgbClr val="7F7F7F"/>
                </a:solidFill>
                <a:latin typeface="Rockwell" pitchFamily="18" charset="0"/>
                <a:ea typeface="Rockwell" pitchFamily="18" charset="0"/>
                <a:cs typeface="Rockwell" pitchFamily="18" charset="0"/>
              </a:rPr>
              <a:t> </a:t>
            </a:r>
            <a:r>
              <a:rPr lang="en-US" dirty="0" smtClean="0">
                <a:solidFill>
                  <a:srgbClr val="7F7F7F"/>
                </a:solidFill>
                <a:latin typeface="Rockwell" pitchFamily="18" charset="0"/>
                <a:ea typeface="Rockwell" pitchFamily="18" charset="0"/>
                <a:cs typeface="Rockwell" pitchFamily="18" charset="0"/>
              </a:rPr>
              <a:t>Intelligent Solutions </a:t>
            </a:r>
            <a:r>
              <a:rPr lang="en-US" sz="2400" dirty="0" smtClean="0">
                <a:solidFill>
                  <a:srgbClr val="F79646"/>
                </a:solidFill>
                <a:latin typeface="Rockwell" pitchFamily="18" charset="0"/>
                <a:ea typeface="Rockwell" pitchFamily="18" charset="0"/>
                <a:cs typeface="Rockwell" pitchFamily="18" charset="0"/>
              </a:rPr>
              <a:t>]</a:t>
            </a: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323850" y="6524625"/>
            <a:ext cx="5111750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800" dirty="0"/>
              <a:t>All Rights Reserved © </a:t>
            </a:r>
            <a:r>
              <a:rPr lang="en-US" sz="800" dirty="0" err="1"/>
              <a:t>Valores</a:t>
            </a:r>
            <a:r>
              <a:rPr lang="en-US" sz="800" dirty="0"/>
              <a:t> </a:t>
            </a:r>
            <a:r>
              <a:rPr lang="en-US" sz="800" dirty="0" err="1"/>
              <a:t>Corporativos</a:t>
            </a:r>
            <a:r>
              <a:rPr lang="en-US" sz="800" dirty="0"/>
              <a:t> Softtek S.A. de C.V. </a:t>
            </a:r>
            <a:r>
              <a:rPr lang="en-US" sz="800" dirty="0" smtClean="0"/>
              <a:t>2012.</a:t>
            </a:r>
            <a:endParaRPr lang="en-US" sz="800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324962" y="2804985"/>
            <a:ext cx="3901049" cy="1894016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s-MX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318871" y="4857772"/>
            <a:ext cx="3754654" cy="59499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1800">
                <a:solidFill>
                  <a:schemeClr val="tx2"/>
                </a:solidFill>
              </a:defRPr>
            </a:lvl1pPr>
            <a:lvl2pPr marL="0" indent="0">
              <a:buNone/>
              <a:defRPr sz="15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4671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5907088" y="3619500"/>
            <a:ext cx="1079500" cy="10795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588" y="0"/>
            <a:ext cx="2159000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5895975" y="1079500"/>
            <a:ext cx="1079500" cy="1079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816475" y="0"/>
            <a:ext cx="1079500" cy="1079500"/>
          </a:xfrm>
          <a:prstGeom prst="rect">
            <a:avLst/>
          </a:prstGeom>
          <a:solidFill>
            <a:srgbClr val="4BACC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064500" y="5778500"/>
            <a:ext cx="1079500" cy="1079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1079500"/>
            <a:ext cx="1079500" cy="1079500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986588" y="5778500"/>
            <a:ext cx="1079500" cy="10795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079500" cy="10795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1079500"/>
            <a:ext cx="1079500" cy="1079500"/>
          </a:xfrm>
          <a:prstGeom prst="rect">
            <a:avLst/>
          </a:prstGeom>
          <a:solidFill>
            <a:srgbClr val="F7964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79500" y="5778500"/>
            <a:ext cx="1079500" cy="10795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064500" y="3619500"/>
            <a:ext cx="1079500" cy="10795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986588" y="3619500"/>
            <a:ext cx="1079500" cy="10795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Title 4"/>
          <p:cNvSpPr txBox="1">
            <a:spLocks/>
          </p:cNvSpPr>
          <p:nvPr/>
        </p:nvSpPr>
        <p:spPr bwMode="auto">
          <a:xfrm>
            <a:off x="323850" y="257175"/>
            <a:ext cx="49212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60000"/>
              </a:lnSpc>
              <a:defRPr/>
            </a:pPr>
            <a:r>
              <a:rPr lang="en-US" dirty="0" smtClean="0">
                <a:latin typeface="Rockwell" pitchFamily="18" charset="0"/>
                <a:ea typeface="Rockwell" pitchFamily="18" charset="0"/>
                <a:cs typeface="Rockwell" pitchFamily="18" charset="0"/>
              </a:rPr>
              <a:t>The Process of Creating</a:t>
            </a:r>
          </a:p>
          <a:p>
            <a:pPr>
              <a:lnSpc>
                <a:spcPct val="60000"/>
              </a:lnSpc>
              <a:defRPr/>
            </a:pPr>
            <a:r>
              <a:rPr lang="en-US" sz="2400" dirty="0" smtClean="0">
                <a:solidFill>
                  <a:srgbClr val="F79646"/>
                </a:solidFill>
                <a:latin typeface="Rockwell" pitchFamily="18" charset="0"/>
                <a:ea typeface="Rockwell" pitchFamily="18" charset="0"/>
                <a:cs typeface="Rockwell" pitchFamily="18" charset="0"/>
              </a:rPr>
              <a:t>[</a:t>
            </a:r>
            <a:r>
              <a:rPr lang="en-US" sz="2800" dirty="0" smtClean="0">
                <a:solidFill>
                  <a:srgbClr val="7F7F7F"/>
                </a:solidFill>
                <a:latin typeface="Rockwell" pitchFamily="18" charset="0"/>
                <a:ea typeface="Rockwell" pitchFamily="18" charset="0"/>
                <a:cs typeface="Rockwell" pitchFamily="18" charset="0"/>
              </a:rPr>
              <a:t> </a:t>
            </a:r>
            <a:r>
              <a:rPr lang="en-US" dirty="0" smtClean="0">
                <a:solidFill>
                  <a:srgbClr val="7F7F7F"/>
                </a:solidFill>
                <a:latin typeface="Rockwell" pitchFamily="18" charset="0"/>
                <a:ea typeface="Rockwell" pitchFamily="18" charset="0"/>
                <a:cs typeface="Rockwell" pitchFamily="18" charset="0"/>
              </a:rPr>
              <a:t>Business Value through Applications </a:t>
            </a:r>
            <a:r>
              <a:rPr lang="en-US" sz="2400" dirty="0" smtClean="0">
                <a:solidFill>
                  <a:srgbClr val="F79646"/>
                </a:solidFill>
                <a:latin typeface="Rockwell" pitchFamily="18" charset="0"/>
                <a:ea typeface="Rockwell" pitchFamily="18" charset="0"/>
                <a:cs typeface="Rockwell" pitchFamily="18" charset="0"/>
              </a:rPr>
              <a:t>]</a:t>
            </a: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323850" y="6524625"/>
            <a:ext cx="5111750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800" dirty="0"/>
              <a:t>All Rights Reserved © </a:t>
            </a:r>
            <a:r>
              <a:rPr lang="en-US" sz="800" dirty="0" err="1"/>
              <a:t>Valores</a:t>
            </a:r>
            <a:r>
              <a:rPr lang="en-US" sz="800" dirty="0"/>
              <a:t> </a:t>
            </a:r>
            <a:r>
              <a:rPr lang="en-US" sz="800" dirty="0" err="1"/>
              <a:t>Corporativos</a:t>
            </a:r>
            <a:r>
              <a:rPr lang="en-US" sz="800" dirty="0"/>
              <a:t> Softtek S.A. de C.V. </a:t>
            </a:r>
            <a:r>
              <a:rPr lang="en-US" sz="800" dirty="0" smtClean="0"/>
              <a:t>2012.</a:t>
            </a:r>
            <a:endParaRPr lang="en-US" sz="800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3991232" y="3974219"/>
            <a:ext cx="4950194" cy="696640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tx2"/>
                </a:solidFill>
              </a:defRPr>
            </a:lvl1pPr>
            <a:lvl2pPr marL="0" indent="0" algn="r">
              <a:buNone/>
              <a:defRPr sz="1500">
                <a:solidFill>
                  <a:schemeClr val="tx1"/>
                </a:solidFill>
              </a:defRPr>
            </a:lvl2pPr>
            <a:lvl3pPr marL="914400" indent="0">
              <a:buNone/>
              <a:defRPr sz="1800">
                <a:solidFill>
                  <a:schemeClr val="tx2"/>
                </a:solidFill>
              </a:defRPr>
            </a:lvl3pPr>
            <a:lvl4pPr marL="1371600" indent="0">
              <a:buNone/>
              <a:defRPr sz="1800">
                <a:solidFill>
                  <a:schemeClr val="tx2"/>
                </a:solidFill>
              </a:defRPr>
            </a:lvl4pPr>
            <a:lvl5pPr marL="1828800" indent="0"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9956" y="2218399"/>
            <a:ext cx="5271469" cy="1612800"/>
          </a:xfrm>
        </p:spPr>
        <p:txBody>
          <a:bodyPr anchor="b"/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359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488" y="1079500"/>
            <a:ext cx="2159000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5932488" y="3238500"/>
            <a:ext cx="1079500" cy="1079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52450" y="5392738"/>
            <a:ext cx="1079500" cy="1079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631950" y="0"/>
            <a:ext cx="1079500" cy="1079500"/>
          </a:xfrm>
          <a:prstGeom prst="rect">
            <a:avLst/>
          </a:prstGeom>
          <a:solidFill>
            <a:srgbClr val="4BACC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077200" y="5392738"/>
            <a:ext cx="1079500" cy="1079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851400" y="4318000"/>
            <a:ext cx="1079500" cy="1081088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011988" y="3238500"/>
            <a:ext cx="1079500" cy="1079500"/>
          </a:xfrm>
          <a:prstGeom prst="rect">
            <a:avLst/>
          </a:prstGeom>
          <a:solidFill>
            <a:srgbClr val="F7964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983413" y="0"/>
            <a:ext cx="1081087" cy="1079500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5392738"/>
            <a:ext cx="552450" cy="1079500"/>
          </a:xfrm>
          <a:prstGeom prst="rect">
            <a:avLst/>
          </a:prstGeom>
          <a:solidFill>
            <a:srgbClr val="4BACC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077200" y="6478588"/>
            <a:ext cx="1081088" cy="379412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701925" y="1079500"/>
            <a:ext cx="1079500" cy="1079500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0" y="1079500"/>
            <a:ext cx="539750" cy="1079500"/>
          </a:xfrm>
          <a:prstGeom prst="rect">
            <a:avLst/>
          </a:prstGeom>
          <a:solidFill>
            <a:srgbClr val="F7964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930900" y="5392738"/>
            <a:ext cx="1079500" cy="1079500"/>
          </a:xfrm>
          <a:prstGeom prst="rect">
            <a:avLst/>
          </a:prstGeom>
          <a:solidFill>
            <a:srgbClr val="4BACC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010400" y="4313238"/>
            <a:ext cx="1079500" cy="1079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8077200" y="2159000"/>
            <a:ext cx="1079500" cy="10795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851400" y="6478588"/>
            <a:ext cx="1081088" cy="379412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077200" y="4313238"/>
            <a:ext cx="1079500" cy="1079500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711450" y="5399088"/>
            <a:ext cx="1079500" cy="1079500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539999" y="2755557"/>
            <a:ext cx="5390791" cy="1497939"/>
          </a:xfrm>
        </p:spPr>
        <p:txBody>
          <a:bodyPr anchor="b">
            <a:normAutofit/>
          </a:bodyPr>
          <a:lstStyle>
            <a:lvl1pPr algn="r">
              <a:defRPr sz="36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s-MX" dirty="0"/>
          </a:p>
        </p:txBody>
      </p:sp>
      <p:sp>
        <p:nvSpPr>
          <p:cNvPr id="2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552450" y="4330356"/>
            <a:ext cx="4204901" cy="1037667"/>
          </a:xfrm>
        </p:spPr>
        <p:txBody>
          <a:bodyPr anchor="ctr"/>
          <a:lstStyle>
            <a:lvl1pPr marL="0" indent="0" algn="r">
              <a:buNone/>
              <a:defRPr sz="1800">
                <a:solidFill>
                  <a:schemeClr val="tx2"/>
                </a:solidFill>
              </a:defRPr>
            </a:lvl1pPr>
            <a:lvl2pPr marL="0" indent="0" algn="r">
              <a:buNone/>
              <a:defRPr sz="1500">
                <a:solidFill>
                  <a:schemeClr val="tx1"/>
                </a:solidFill>
              </a:defRPr>
            </a:lvl2pPr>
            <a:lvl3pPr marL="914400" indent="0">
              <a:buNone/>
              <a:defRPr sz="1800">
                <a:solidFill>
                  <a:schemeClr val="tx2"/>
                </a:solidFill>
              </a:defRPr>
            </a:lvl3pPr>
            <a:lvl4pPr marL="1371600" indent="0">
              <a:buNone/>
              <a:defRPr sz="1800">
                <a:solidFill>
                  <a:schemeClr val="tx2"/>
                </a:solidFill>
              </a:defRPr>
            </a:lvl4pPr>
            <a:lvl5pPr marL="1828800" indent="0"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448659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mp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00238" y="0"/>
            <a:ext cx="1079500" cy="820738"/>
          </a:xfrm>
          <a:prstGeom prst="rect">
            <a:avLst/>
          </a:prstGeom>
          <a:solidFill>
            <a:srgbClr val="4BACC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8386763" y="5133975"/>
            <a:ext cx="757237" cy="1079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145088" y="4059238"/>
            <a:ext cx="1079500" cy="1081087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227763" y="1901825"/>
            <a:ext cx="1079500" cy="10795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5133975"/>
            <a:ext cx="820738" cy="1079500"/>
          </a:xfrm>
          <a:prstGeom prst="rect">
            <a:avLst/>
          </a:prstGeom>
          <a:solidFill>
            <a:srgbClr val="7F7F7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971800" y="820738"/>
            <a:ext cx="1079500" cy="1079500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350" y="820738"/>
            <a:ext cx="801688" cy="1079500"/>
          </a:xfrm>
          <a:prstGeom prst="rect">
            <a:avLst/>
          </a:prstGeom>
          <a:solidFill>
            <a:srgbClr val="4BACC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307263" y="2981325"/>
            <a:ext cx="1079500" cy="1079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386763" y="1900238"/>
            <a:ext cx="757237" cy="10795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043363" y="6219825"/>
            <a:ext cx="1081087" cy="638175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386763" y="4060825"/>
            <a:ext cx="757237" cy="1079500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227763" y="4059238"/>
            <a:ext cx="2159000" cy="2159000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5" name="Picture 27" descr="Softtek_white.wmf"/>
          <p:cNvPicPr>
            <a:picLocks noChangeAspect="1"/>
          </p:cNvPicPr>
          <p:nvPr/>
        </p:nvPicPr>
        <p:blipFill>
          <a:blip r:embed="rId2" cstate="print">
            <a:lum bright="-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775" y="5057775"/>
            <a:ext cx="1754188" cy="89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6224588" y="0"/>
            <a:ext cx="1079500" cy="82073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971800" y="6219825"/>
            <a:ext cx="1081088" cy="638175"/>
          </a:xfrm>
          <a:prstGeom prst="rect">
            <a:avLst/>
          </a:prstGeom>
          <a:solidFill>
            <a:srgbClr val="7F7F7F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738" y="2980469"/>
            <a:ext cx="5407068" cy="1079500"/>
          </a:xfrm>
        </p:spPr>
        <p:txBody>
          <a:bodyPr>
            <a:normAutofit/>
          </a:bodyPr>
          <a:lstStyle>
            <a:lvl1pPr algn="r">
              <a:lnSpc>
                <a:spcPct val="80000"/>
              </a:lnSpc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392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ofttek_2011.wm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213" y="166688"/>
            <a:ext cx="1223962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194" y="246940"/>
            <a:ext cx="7124131" cy="1143000"/>
          </a:xfrm>
        </p:spPr>
        <p:txBody>
          <a:bodyPr anchor="b"/>
          <a:lstStyle>
            <a:lvl1pPr algn="l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6194" y="1600200"/>
            <a:ext cx="7117352" cy="462317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7776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Softtek_2011.wm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213" y="166688"/>
            <a:ext cx="1223962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194" y="246940"/>
            <a:ext cx="7124131" cy="1143000"/>
          </a:xfrm>
        </p:spPr>
        <p:txBody>
          <a:bodyPr anchor="b"/>
          <a:lstStyle>
            <a:lvl1pPr algn="l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529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Softtek_2011.wm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213" y="166688"/>
            <a:ext cx="1223962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1625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ck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1898650"/>
            <a:ext cx="9144000" cy="2851150"/>
          </a:xfrm>
          <a:prstGeom prst="rect">
            <a:avLst/>
          </a:prstGeom>
          <a:solidFill>
            <a:srgbClr val="F79646"/>
          </a:solidFill>
          <a:ln w="9525">
            <a:noFill/>
            <a:miter lim="800000"/>
            <a:headEnd/>
            <a:tailEnd/>
          </a:ln>
          <a:effectLst>
            <a:outerShdw blurRad="12700"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1898650"/>
            <a:ext cx="9144000" cy="2851150"/>
          </a:xfrm>
          <a:prstGeom prst="rect">
            <a:avLst/>
          </a:prstGeom>
          <a:solidFill>
            <a:srgbClr val="F79646"/>
          </a:solidFill>
          <a:ln w="9525">
            <a:noFill/>
            <a:miter lim="800000"/>
            <a:headEnd/>
            <a:tailEnd/>
          </a:ln>
          <a:effectLst>
            <a:outerShdw blurRad="12700"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lt1"/>
              </a:solidFill>
              <a:latin typeface="+mn-lt"/>
              <a:cs typeface="+mn-cs"/>
            </a:endParaRPr>
          </a:p>
        </p:txBody>
      </p:sp>
      <p:pic>
        <p:nvPicPr>
          <p:cNvPr id="8" name="Picture 6" descr="Softtek_2011.wm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213" y="166688"/>
            <a:ext cx="1223962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000" y="247650"/>
            <a:ext cx="7124400" cy="1143000"/>
          </a:xfrm>
        </p:spPr>
        <p:txBody>
          <a:bodyPr anchor="b"/>
          <a:lstStyle>
            <a:lvl1pPr algn="l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63550" y="2074457"/>
            <a:ext cx="8216426" cy="2511188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buNone/>
              <a:defRPr sz="2800">
                <a:solidFill>
                  <a:schemeClr val="bg2"/>
                </a:solidFill>
              </a:defRPr>
            </a:lvl1pPr>
            <a:lvl2pPr algn="ctr">
              <a:buNone/>
              <a:defRPr sz="2000">
                <a:solidFill>
                  <a:schemeClr val="bg2"/>
                </a:solidFill>
              </a:defRPr>
            </a:lvl2pPr>
            <a:lvl3pPr algn="ctr">
              <a:buNone/>
              <a:defRPr sz="2000">
                <a:solidFill>
                  <a:schemeClr val="bg2"/>
                </a:solidFill>
              </a:defRPr>
            </a:lvl3pPr>
            <a:lvl4pPr algn="ctr">
              <a:buNone/>
              <a:defRPr sz="2000">
                <a:solidFill>
                  <a:schemeClr val="bg2"/>
                </a:solidFill>
              </a:defRPr>
            </a:lvl4pPr>
            <a:lvl5pPr algn="ctr">
              <a:buNone/>
              <a:defRPr sz="2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0483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Softtek_2011.wm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213" y="166688"/>
            <a:ext cx="1223962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7650"/>
            <a:ext cx="7124400" cy="1143000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463550" y="2237711"/>
            <a:ext cx="8229600" cy="1228725"/>
          </a:xfrm>
        </p:spPr>
        <p:txBody>
          <a:bodyPr anchor="ctr"/>
          <a:lstStyle>
            <a:lvl1pPr marL="0" indent="0" algn="ctr">
              <a:lnSpc>
                <a:spcPct val="80000"/>
              </a:lnSpc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005273" y="3520602"/>
            <a:ext cx="5146154" cy="628318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1200">
                <a:solidFill>
                  <a:schemeClr val="accent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5727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 bwMode="auto">
          <a:xfrm rot="16200000" flipV="1">
            <a:off x="1589881" y="3898107"/>
            <a:ext cx="1662113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ash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auto">
          <a:xfrm rot="16200000" flipV="1">
            <a:off x="3733006" y="3898107"/>
            <a:ext cx="1662113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ash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auto">
          <a:xfrm rot="16200000" flipV="1">
            <a:off x="5874543" y="3898107"/>
            <a:ext cx="1662113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ash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auto">
          <a:xfrm rot="16200000" flipV="1">
            <a:off x="1589881" y="3898107"/>
            <a:ext cx="1662113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ash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auto">
          <a:xfrm rot="16200000" flipV="1">
            <a:off x="3733006" y="3898107"/>
            <a:ext cx="1662113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ash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 bwMode="auto">
          <a:xfrm rot="16200000" flipV="1">
            <a:off x="5874543" y="3898107"/>
            <a:ext cx="1662113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ash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6" descr="Softtek_2011.wm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213" y="166688"/>
            <a:ext cx="1223962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7650"/>
            <a:ext cx="7124400" cy="1143000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95001" y="3030515"/>
            <a:ext cx="1911469" cy="1731963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542250" y="3030515"/>
            <a:ext cx="1911469" cy="1731963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689499" y="3030515"/>
            <a:ext cx="1911469" cy="1731963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6836747" y="3030515"/>
            <a:ext cx="1911469" cy="1731963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2470150" y="1685798"/>
            <a:ext cx="4230688" cy="1036637"/>
          </a:xfrm>
        </p:spPr>
        <p:txBody>
          <a:bodyPr rtlCol="0">
            <a:normAutofit/>
          </a:bodyPr>
          <a:lstStyle/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95001" y="5213445"/>
            <a:ext cx="8366862" cy="1159469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7119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201738" y="1077913"/>
            <a:ext cx="4899025" cy="4899025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1">
                <a:lumMod val="20000"/>
                <a:lumOff val="80000"/>
              </a:schemeClr>
            </a:solidFill>
          </a:ln>
          <a:effectLst>
            <a:outerShdw blurRad="127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405723" y="2347417"/>
            <a:ext cx="4476464" cy="22159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800" spc="300" dirty="0">
                <a:ln w="28575" cmpd="sng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latin typeface="+mj-lt"/>
                <a:cs typeface="+mn-cs"/>
              </a:rPr>
              <a:t>Q&amp;A</a:t>
            </a:r>
          </a:p>
        </p:txBody>
      </p:sp>
      <p:sp>
        <p:nvSpPr>
          <p:cNvPr id="4" name="Oval 3"/>
          <p:cNvSpPr/>
          <p:nvPr/>
        </p:nvSpPr>
        <p:spPr>
          <a:xfrm>
            <a:off x="1201738" y="1077913"/>
            <a:ext cx="4899025" cy="4899025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1">
                <a:lumMod val="20000"/>
                <a:lumOff val="80000"/>
              </a:schemeClr>
            </a:solidFill>
          </a:ln>
          <a:effectLst>
            <a:outerShdw blurRad="127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405723" y="2347417"/>
            <a:ext cx="4476464" cy="22159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800" spc="300" dirty="0">
                <a:ln w="28575" cmpd="sng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latin typeface="+mj-lt"/>
                <a:cs typeface="+mn-cs"/>
              </a:rPr>
              <a:t>Q&amp;A</a:t>
            </a:r>
          </a:p>
        </p:txBody>
      </p:sp>
      <p:pic>
        <p:nvPicPr>
          <p:cNvPr id="7" name="Picture 8" descr="Softtek_2011.wm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213" y="166688"/>
            <a:ext cx="1223962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52023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sinessCard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373188" y="2943225"/>
            <a:ext cx="3878262" cy="2176463"/>
          </a:xfrm>
          <a:prstGeom prst="rect">
            <a:avLst/>
          </a:prstGeom>
          <a:solidFill>
            <a:schemeClr val="bg2"/>
          </a:solidFill>
          <a:ln w="57150">
            <a:solidFill>
              <a:schemeClr val="bg2">
                <a:lumMod val="95000"/>
              </a:schemeClr>
            </a:solidFill>
          </a:ln>
          <a:effectLst>
            <a:outerShdw blurRad="25400" dist="1905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Right Triangle 6"/>
          <p:cNvSpPr/>
          <p:nvPr/>
        </p:nvSpPr>
        <p:spPr>
          <a:xfrm rot="5400000">
            <a:off x="1254125" y="2841625"/>
            <a:ext cx="635000" cy="603250"/>
          </a:xfrm>
          <a:prstGeom prst="rtTriangle">
            <a:avLst/>
          </a:prstGeom>
          <a:solidFill>
            <a:schemeClr val="bg2"/>
          </a:solidFill>
          <a:ln>
            <a:noFill/>
          </a:ln>
          <a:effectLst>
            <a:outerShdw blurRad="25400" dist="254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 rot="5400000" flipH="1" flipV="1">
            <a:off x="4735513" y="4606925"/>
            <a:ext cx="636588" cy="604837"/>
          </a:xfrm>
          <a:prstGeom prst="rtTriangle">
            <a:avLst/>
          </a:prstGeom>
          <a:solidFill>
            <a:schemeClr val="bg2"/>
          </a:solidFill>
          <a:ln>
            <a:noFill/>
          </a:ln>
          <a:effectLst>
            <a:outerShdw blurRad="50800" dist="25400" dir="13500000" algn="b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9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6488" y="712788"/>
            <a:ext cx="2159000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555750" y="3233738"/>
            <a:ext cx="3411538" cy="546100"/>
          </a:xfrm>
        </p:spPr>
        <p:txBody>
          <a:bodyPr>
            <a:noAutofit/>
          </a:bodyPr>
          <a:lstStyle>
            <a:lvl1pPr marL="0" indent="0">
              <a:buNone/>
              <a:defRPr sz="2000" b="0" baseline="0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1555750" y="3793296"/>
            <a:ext cx="3411538" cy="328327"/>
          </a:xfrm>
        </p:spPr>
        <p:txBody>
          <a:bodyPr>
            <a:noAutofit/>
          </a:bodyPr>
          <a:lstStyle>
            <a:lvl1pPr marL="0" indent="0">
              <a:buNone/>
              <a:defRPr sz="1600" b="1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1555750" y="4134490"/>
            <a:ext cx="3411538" cy="328327"/>
          </a:xfrm>
        </p:spPr>
        <p:txBody>
          <a:bodyPr>
            <a:noAutofit/>
          </a:bodyPr>
          <a:lstStyle>
            <a:lvl1pPr marL="0" indent="0">
              <a:buNone/>
              <a:defRPr sz="1600" b="0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1555750" y="4475684"/>
            <a:ext cx="3411538" cy="328327"/>
          </a:xfrm>
        </p:spPr>
        <p:txBody>
          <a:bodyPr>
            <a:noAutofit/>
          </a:bodyPr>
          <a:lstStyle>
            <a:lvl1pPr marL="0" indent="0">
              <a:buNone/>
              <a:defRPr sz="1600" b="0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77975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sinessCard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373188" y="2943225"/>
            <a:ext cx="3878262" cy="2176463"/>
          </a:xfrm>
          <a:prstGeom prst="rect">
            <a:avLst/>
          </a:prstGeom>
          <a:solidFill>
            <a:schemeClr val="bg2"/>
          </a:solidFill>
          <a:ln w="57150">
            <a:solidFill>
              <a:schemeClr val="bg2">
                <a:lumMod val="85000"/>
              </a:schemeClr>
            </a:solidFill>
          </a:ln>
          <a:effectLst>
            <a:outerShdw blurRad="25400" dist="1905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Right Triangle 6"/>
          <p:cNvSpPr/>
          <p:nvPr/>
        </p:nvSpPr>
        <p:spPr>
          <a:xfrm rot="5400000">
            <a:off x="1254125" y="2841625"/>
            <a:ext cx="635000" cy="603250"/>
          </a:xfrm>
          <a:prstGeom prst="rtTriangle">
            <a:avLst/>
          </a:prstGeom>
          <a:solidFill>
            <a:schemeClr val="tx2"/>
          </a:solidFill>
          <a:ln>
            <a:noFill/>
          </a:ln>
          <a:effectLst>
            <a:outerShdw blurRad="25400" dist="254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 rot="5400000" flipH="1" flipV="1">
            <a:off x="4735513" y="4606925"/>
            <a:ext cx="636588" cy="604837"/>
          </a:xfrm>
          <a:prstGeom prst="rtTriangle">
            <a:avLst/>
          </a:prstGeom>
          <a:solidFill>
            <a:schemeClr val="tx2"/>
          </a:solidFill>
          <a:ln>
            <a:noFill/>
          </a:ln>
          <a:effectLst>
            <a:outerShdw blurRad="50800" dist="25400" dir="13500000" algn="b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186488" y="712788"/>
            <a:ext cx="2159000" cy="2159000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27" descr="Softtek_white.wm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500" y="1682750"/>
            <a:ext cx="1754188" cy="89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323850" y="6524625"/>
            <a:ext cx="5111750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800">
                <a:solidFill>
                  <a:schemeClr val="bg2"/>
                </a:solidFill>
              </a:rPr>
              <a:t>All Rights Reserved © Valores Corporativos Softtek S.A. de C.V. 2011.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555750" y="3233738"/>
            <a:ext cx="3411538" cy="546100"/>
          </a:xfrm>
        </p:spPr>
        <p:txBody>
          <a:bodyPr>
            <a:noAutofit/>
          </a:bodyPr>
          <a:lstStyle>
            <a:lvl1pPr marL="0" indent="0">
              <a:buNone/>
              <a:defRPr sz="2000" b="0" baseline="0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1555750" y="3793296"/>
            <a:ext cx="3411538" cy="328327"/>
          </a:xfrm>
        </p:spPr>
        <p:txBody>
          <a:bodyPr>
            <a:noAutofit/>
          </a:bodyPr>
          <a:lstStyle>
            <a:lvl1pPr marL="0" indent="0">
              <a:buNone/>
              <a:defRPr sz="1600" b="1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1555750" y="4134490"/>
            <a:ext cx="3411538" cy="328327"/>
          </a:xfrm>
        </p:spPr>
        <p:txBody>
          <a:bodyPr>
            <a:noAutofit/>
          </a:bodyPr>
          <a:lstStyle>
            <a:lvl1pPr marL="0" indent="0">
              <a:buNone/>
              <a:defRPr sz="1600" b="0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1555750" y="4475684"/>
            <a:ext cx="3411538" cy="328327"/>
          </a:xfrm>
        </p:spPr>
        <p:txBody>
          <a:bodyPr>
            <a:noAutofit/>
          </a:bodyPr>
          <a:lstStyle>
            <a:lvl1pPr marL="0" indent="0">
              <a:buNone/>
              <a:defRPr sz="1600" b="0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4189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Softtek_2011.wm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213" y="166688"/>
            <a:ext cx="1223962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7650"/>
            <a:ext cx="7124400" cy="1143000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751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476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323850" y="6524625"/>
            <a:ext cx="5111750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800" dirty="0">
                <a:solidFill>
                  <a:srgbClr val="B2B2B2"/>
                </a:solidFill>
              </a:rPr>
              <a:t>All Rights Reserved © </a:t>
            </a:r>
            <a:r>
              <a:rPr lang="en-US" sz="800" dirty="0" err="1">
                <a:solidFill>
                  <a:srgbClr val="B2B2B2"/>
                </a:solidFill>
              </a:rPr>
              <a:t>Valores</a:t>
            </a:r>
            <a:r>
              <a:rPr lang="en-US" sz="800" dirty="0">
                <a:solidFill>
                  <a:srgbClr val="B2B2B2"/>
                </a:solidFill>
              </a:rPr>
              <a:t> </a:t>
            </a:r>
            <a:r>
              <a:rPr lang="en-US" sz="800" dirty="0" err="1">
                <a:solidFill>
                  <a:srgbClr val="B2B2B2"/>
                </a:solidFill>
              </a:rPr>
              <a:t>Corporativos</a:t>
            </a:r>
            <a:r>
              <a:rPr lang="en-US" sz="800" dirty="0">
                <a:solidFill>
                  <a:srgbClr val="B2B2B2"/>
                </a:solidFill>
              </a:rPr>
              <a:t> Softtek S.A. de C.V. </a:t>
            </a:r>
            <a:r>
              <a:rPr lang="en-US" sz="800" dirty="0" smtClean="0">
                <a:solidFill>
                  <a:srgbClr val="B2B2B2"/>
                </a:solidFill>
              </a:rPr>
              <a:t>2014</a:t>
            </a:r>
            <a:endParaRPr lang="en-US" sz="800" dirty="0">
              <a:solidFill>
                <a:srgbClr val="B2B2B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 kern="1200">
          <a:solidFill>
            <a:schemeClr val="accent1"/>
          </a:solidFill>
          <a:latin typeface="Rockwell" pitchFamily="18" charset="0"/>
          <a:ea typeface="+mj-ea"/>
          <a:cs typeface="+mj-cs"/>
        </a:defRPr>
      </a:lvl1pPr>
      <a:lvl2pPr algn="ctr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Rockwell" pitchFamily="18" charset="0"/>
        </a:defRPr>
      </a:lvl2pPr>
      <a:lvl3pPr algn="ctr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Rockwell" pitchFamily="18" charset="0"/>
        </a:defRPr>
      </a:lvl3pPr>
      <a:lvl4pPr algn="ctr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Rockwell" pitchFamily="18" charset="0"/>
        </a:defRPr>
      </a:lvl4pPr>
      <a:lvl5pPr algn="ctr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Rockwell" pitchFamily="18" charset="0"/>
        </a:defRPr>
      </a:lvl5pPr>
      <a:lvl6pPr marL="457200" algn="ctr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Rockwell" pitchFamily="18" charset="0"/>
        </a:defRPr>
      </a:lvl6pPr>
      <a:lvl7pPr marL="914400" algn="ctr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Rockwell" pitchFamily="18" charset="0"/>
        </a:defRPr>
      </a:lvl7pPr>
      <a:lvl8pPr marL="1371600" algn="ctr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Rockwell" pitchFamily="18" charset="0"/>
        </a:defRPr>
      </a:lvl8pPr>
      <a:lvl9pPr marL="1828800" algn="ctr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Rockwell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SzPct val="70000"/>
        <a:buFont typeface="Arial Rounded MT Bold" pitchFamily="34" charset="0"/>
        <a:buChar char="&gt;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SzPct val="70000"/>
        <a:buFont typeface="Arial Rounded MT Bold" pitchFamily="34" charset="0"/>
        <a:buChar char="&gt;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70000"/>
        <a:buFont typeface="Arial Rounded MT Bold" pitchFamily="34" charset="0"/>
        <a:buChar char="&gt;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SzPct val="70000"/>
        <a:buFont typeface="Arial Rounded MT Bold" pitchFamily="34" charset="0"/>
        <a:buChar char="&gt;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SzPct val="70000"/>
        <a:buFont typeface="Arial Rounded MT Bold" pitchFamily="34" charset="0"/>
        <a:buChar char="&gt;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133" y="255803"/>
            <a:ext cx="8001284" cy="1604660"/>
          </a:xfrm>
        </p:spPr>
        <p:txBody>
          <a:bodyPr>
            <a:normAutofit/>
          </a:bodyPr>
          <a:lstStyle/>
          <a:p>
            <a:r>
              <a:rPr lang="es-MX" dirty="0" smtClean="0">
                <a:latin typeface="+mn-lt"/>
              </a:rPr>
              <a:t>NISSAN </a:t>
            </a:r>
            <a:br>
              <a:rPr lang="es-MX" dirty="0" smtClean="0">
                <a:latin typeface="+mn-lt"/>
              </a:rPr>
            </a:br>
            <a:r>
              <a:rPr lang="es-MX" dirty="0" smtClean="0">
                <a:latin typeface="+mn-lt"/>
              </a:rPr>
              <a:t>Certification Label</a:t>
            </a:r>
            <a:endParaRPr lang="es-MX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s-MX" dirty="0" smtClean="0">
                <a:solidFill>
                  <a:srgbClr val="003366"/>
                </a:solidFill>
              </a:rPr>
              <a:t>Reunión de Arranque de Proyecto</a:t>
            </a:r>
          </a:p>
          <a:p>
            <a:r>
              <a:rPr lang="es-MX" dirty="0" smtClean="0">
                <a:solidFill>
                  <a:srgbClr val="003366"/>
                </a:solidFill>
              </a:rPr>
              <a:t>Septiembre 2014</a:t>
            </a:r>
            <a:endParaRPr lang="es-MX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42" y="1886808"/>
            <a:ext cx="7117352" cy="4241037"/>
          </a:xfrm>
        </p:spPr>
        <p:txBody>
          <a:bodyPr/>
          <a:lstStyle/>
          <a:p>
            <a:r>
              <a:rPr lang="es-MX" dirty="0" smtClean="0"/>
              <a:t>Presentación del equipo</a:t>
            </a:r>
          </a:p>
          <a:p>
            <a:r>
              <a:rPr lang="es-MX" dirty="0" smtClean="0"/>
              <a:t>Alcance</a:t>
            </a:r>
          </a:p>
          <a:p>
            <a:r>
              <a:rPr lang="es-MX" dirty="0" smtClean="0"/>
              <a:t>Modelo de Entrega</a:t>
            </a:r>
          </a:p>
          <a:p>
            <a:pPr lvl="1"/>
            <a:r>
              <a:rPr lang="es-MX" dirty="0" smtClean="0"/>
              <a:t>Roles y Responsabilidades</a:t>
            </a:r>
          </a:p>
          <a:p>
            <a:pPr lvl="1"/>
            <a:r>
              <a:rPr lang="es-MX" dirty="0" smtClean="0"/>
              <a:t>Logística</a:t>
            </a:r>
          </a:p>
          <a:p>
            <a:r>
              <a:rPr lang="es-MX" dirty="0" smtClean="0"/>
              <a:t>Perspectiva de Entregables</a:t>
            </a:r>
          </a:p>
          <a:p>
            <a:r>
              <a:rPr lang="es-MX" dirty="0" smtClean="0"/>
              <a:t>Plan del proyecto</a:t>
            </a:r>
          </a:p>
          <a:p>
            <a:r>
              <a:rPr lang="es-MX" dirty="0" smtClean="0"/>
              <a:t>Plan de comunicación</a:t>
            </a:r>
          </a:p>
          <a:p>
            <a:r>
              <a:rPr lang="es-MX" dirty="0" smtClean="0"/>
              <a:t>Diagrama de priorización / urgencias</a:t>
            </a:r>
          </a:p>
          <a:p>
            <a:r>
              <a:rPr lang="es-MX" dirty="0" smtClean="0"/>
              <a:t>Soporte</a:t>
            </a:r>
          </a:p>
          <a:p>
            <a:r>
              <a:rPr lang="es-MX" dirty="0" smtClean="0"/>
              <a:t>Preguntas y respuestas</a:t>
            </a:r>
          </a:p>
          <a:p>
            <a:pPr marL="0" indent="0">
              <a:buNone/>
            </a:pPr>
            <a:endParaRPr lang="es-MX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Presentación del equipo</a:t>
            </a:r>
            <a:endParaRPr lang="es-MX" dirty="0"/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56194" y="1600200"/>
            <a:ext cx="7943862" cy="4623179"/>
          </a:xfrm>
        </p:spPr>
        <p:txBody>
          <a:bodyPr/>
          <a:lstStyle/>
          <a:p>
            <a:r>
              <a:rPr lang="es-MX" dirty="0" smtClean="0"/>
              <a:t>Nissan</a:t>
            </a:r>
          </a:p>
          <a:p>
            <a:pPr lvl="1"/>
            <a:r>
              <a:rPr lang="es-MX" dirty="0" smtClean="0"/>
              <a:t>Joel Gonzalez	-	Control de Producción Planta A1</a:t>
            </a:r>
          </a:p>
          <a:p>
            <a:pPr lvl="1"/>
            <a:endParaRPr lang="es-MX" dirty="0" smtClean="0"/>
          </a:p>
          <a:p>
            <a:r>
              <a:rPr lang="es-MX" dirty="0" smtClean="0"/>
              <a:t>Softtek</a:t>
            </a:r>
          </a:p>
          <a:p>
            <a:pPr lvl="1"/>
            <a:r>
              <a:rPr lang="es-MX" dirty="0" smtClean="0"/>
              <a:t>Brenda Benavente	-	Business Relationship Manager</a:t>
            </a:r>
          </a:p>
          <a:p>
            <a:pPr lvl="1"/>
            <a:r>
              <a:rPr lang="es-MX" dirty="0" smtClean="0"/>
              <a:t>Jorge Mendoza	-	AMS Practice Manager</a:t>
            </a:r>
          </a:p>
          <a:p>
            <a:pPr lvl="1"/>
            <a:r>
              <a:rPr lang="es-MX" dirty="0" smtClean="0"/>
              <a:t>Francisco Medina	-	Delivery Manager	</a:t>
            </a:r>
          </a:p>
          <a:p>
            <a:pPr lvl="1"/>
            <a:r>
              <a:rPr lang="es-MX" dirty="0" smtClean="0"/>
              <a:t>Guillermo Gomez	-	Líder Técnico</a:t>
            </a:r>
          </a:p>
          <a:p>
            <a:endParaRPr lang="es-MX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Alcance</a:t>
            </a:r>
            <a:endParaRPr lang="es-MX" dirty="0"/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18360" y="1354536"/>
            <a:ext cx="8215952" cy="5114503"/>
          </a:xfrm>
        </p:spPr>
        <p:txBody>
          <a:bodyPr/>
          <a:lstStyle/>
          <a:p>
            <a:r>
              <a:rPr lang="es-MX" dirty="0" smtClean="0"/>
              <a:t>Softtek hará la reescritura de la aplicación Certification Label para cubrir los siguientes requerimientos:</a:t>
            </a:r>
          </a:p>
          <a:p>
            <a:pPr lvl="1"/>
            <a:r>
              <a:rPr lang="es-MX" sz="1400" dirty="0" smtClean="0"/>
              <a:t>Reescribir la aplicación a lenguaje </a:t>
            </a:r>
            <a:r>
              <a:rPr lang="es-MX" sz="1400" dirty="0" err="1" smtClean="0"/>
              <a:t>.Net</a:t>
            </a:r>
            <a:r>
              <a:rPr lang="es-MX" sz="1400" dirty="0" smtClean="0"/>
              <a:t> utilizando el modelo de diseño MVC.</a:t>
            </a:r>
          </a:p>
          <a:p>
            <a:pPr lvl="1"/>
            <a:r>
              <a:rPr lang="es-MX" sz="1400" dirty="0" smtClean="0"/>
              <a:t>Modificar el diseño para utilizar base de datos </a:t>
            </a:r>
            <a:r>
              <a:rPr lang="es-MX" sz="1400" dirty="0" err="1" smtClean="0"/>
              <a:t>.Net</a:t>
            </a:r>
            <a:r>
              <a:rPr lang="es-MX" sz="1400" dirty="0" smtClean="0"/>
              <a:t> embebida.</a:t>
            </a:r>
          </a:p>
          <a:p>
            <a:pPr lvl="1"/>
            <a:r>
              <a:rPr lang="es-MX" sz="1400" dirty="0" smtClean="0"/>
              <a:t>Eliminar dependencia de Excel.</a:t>
            </a:r>
          </a:p>
          <a:p>
            <a:pPr marL="0" indent="0">
              <a:buNone/>
            </a:pPr>
            <a:r>
              <a:rPr lang="es-MX" sz="1400" b="1" dirty="0" smtClean="0"/>
              <a:t>Solución funcional.</a:t>
            </a:r>
          </a:p>
          <a:p>
            <a:pPr lvl="1"/>
            <a:r>
              <a:rPr lang="es-MX" sz="1400" dirty="0" smtClean="0"/>
              <a:t>Crear modulo para diseño de nuevas etiquetas para nuevos países o modelos.</a:t>
            </a:r>
          </a:p>
          <a:p>
            <a:pPr lvl="1"/>
            <a:r>
              <a:rPr lang="es-MX" sz="1400" dirty="0" smtClean="0"/>
              <a:t>Modificar el modulo de consulta de información para hacerlo de forma tabular con opción de filtrar datos por columnas.</a:t>
            </a:r>
          </a:p>
          <a:p>
            <a:pPr lvl="1"/>
            <a:r>
              <a:rPr lang="es-MX" sz="1400" dirty="0" smtClean="0"/>
              <a:t>Configuración para la selección de puerto de impresora.</a:t>
            </a:r>
          </a:p>
          <a:p>
            <a:pPr lvl="1"/>
            <a:r>
              <a:rPr lang="es-MX" sz="1400" dirty="0" smtClean="0"/>
              <a:t>Modificar la conexión con NXAuto de modo Serial a modo TCP/IP.</a:t>
            </a:r>
          </a:p>
          <a:p>
            <a:pPr lvl="1"/>
            <a:r>
              <a:rPr lang="es-MX" sz="1400" dirty="0" smtClean="0"/>
              <a:t>Agregar la consulta de ultima etiqueta impresa.</a:t>
            </a:r>
          </a:p>
          <a:p>
            <a:pPr lvl="1"/>
            <a:r>
              <a:rPr lang="es-MX" sz="1400" dirty="0" smtClean="0"/>
              <a:t>La aplicación constara de los siguientes módulos:</a:t>
            </a:r>
          </a:p>
          <a:p>
            <a:pPr lvl="2"/>
            <a:r>
              <a:rPr lang="es-MX" sz="1400" dirty="0" smtClean="0"/>
              <a:t>Online. Activa el modo de conexión con NX Auto, Impresora y permite imprimir las etiquetas.</a:t>
            </a:r>
          </a:p>
          <a:p>
            <a:pPr lvl="2"/>
            <a:r>
              <a:rPr lang="es-MX" sz="1400" dirty="0" smtClean="0"/>
              <a:t>Impresión Manual. Solicita información del auto y realiza impresión de una etiqueta de forma manual.</a:t>
            </a:r>
          </a:p>
          <a:p>
            <a:pPr lvl="2"/>
            <a:r>
              <a:rPr lang="es-MX" sz="1400" dirty="0" smtClean="0"/>
              <a:t>Modelos. Visualiza los modelos y el formato de etiqueta correspondiente.</a:t>
            </a:r>
          </a:p>
          <a:p>
            <a:pPr lvl="2"/>
            <a:r>
              <a:rPr lang="es-MX" sz="1400" dirty="0" smtClean="0"/>
              <a:t>Define Formato. Modulo para agregar nuevo formato de etiqueta.</a:t>
            </a:r>
          </a:p>
          <a:p>
            <a:pPr lvl="2"/>
            <a:r>
              <a:rPr lang="es-MX" sz="1400" dirty="0" smtClean="0"/>
              <a:t>Inicializar. Inicializa conexiones y base de datos.</a:t>
            </a:r>
            <a:endParaRPr lang="es-MX" sz="1400" b="1" dirty="0" smtClean="0"/>
          </a:p>
          <a:p>
            <a:pPr lvl="1"/>
            <a:endParaRPr lang="es-MX" sz="1400" dirty="0" smtClean="0"/>
          </a:p>
        </p:txBody>
      </p:sp>
    </p:spTree>
    <p:extLst>
      <p:ext uri="{BB962C8B-B14F-4D97-AF65-F5344CB8AC3E}">
        <p14:creationId xmlns:p14="http://schemas.microsoft.com/office/powerpoint/2010/main" val="21409373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Modelo de Entrega</a:t>
            </a:r>
            <a:endParaRPr lang="es-MX" dirty="0"/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925" y="1544638"/>
            <a:ext cx="7143750" cy="496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27012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Roles y Responsabilidades</a:t>
            </a:r>
            <a:endParaRPr lang="es-MX" sz="2800" dirty="0"/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56194" y="1504664"/>
            <a:ext cx="7943862" cy="4623179"/>
          </a:xfrm>
        </p:spPr>
        <p:txBody>
          <a:bodyPr/>
          <a:lstStyle/>
          <a:p>
            <a:r>
              <a:rPr lang="es-MX" dirty="0" smtClean="0"/>
              <a:t>Delivery Manager: Responsable de que se cumplan los objetivos del contrato.</a:t>
            </a:r>
          </a:p>
          <a:p>
            <a:pPr lvl="1"/>
            <a:r>
              <a:rPr lang="es-MX" dirty="0" smtClean="0"/>
              <a:t>Entender necesidades de Nissan.</a:t>
            </a:r>
          </a:p>
          <a:p>
            <a:pPr lvl="1"/>
            <a:r>
              <a:rPr lang="es-MX" dirty="0" smtClean="0"/>
              <a:t>Darle seguimiento al plan de desarrollo con el líder técnico y manejar riesgos e incidentes.</a:t>
            </a:r>
          </a:p>
          <a:p>
            <a:r>
              <a:rPr lang="es-MX" dirty="0" smtClean="0"/>
              <a:t>Líder Técnico</a:t>
            </a:r>
          </a:p>
          <a:p>
            <a:pPr lvl="1"/>
            <a:r>
              <a:rPr lang="es-MX" dirty="0" smtClean="0"/>
              <a:t>Preparar plan de comunicación.</a:t>
            </a:r>
          </a:p>
          <a:p>
            <a:pPr lvl="1"/>
            <a:r>
              <a:rPr lang="es-MX" dirty="0" smtClean="0"/>
              <a:t>Hacer el análisis y diseño de la aplicación así como su documentación.</a:t>
            </a:r>
          </a:p>
          <a:p>
            <a:pPr lvl="1"/>
            <a:r>
              <a:rPr lang="es-MX" dirty="0" smtClean="0"/>
              <a:t>Comunicar avance del plan de desarrollo a Nissan.</a:t>
            </a:r>
          </a:p>
          <a:p>
            <a:pPr lvl="1"/>
            <a:r>
              <a:rPr lang="es-MX" dirty="0" smtClean="0"/>
              <a:t>Preparar documentación de aplicación.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426100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194" y="-121556"/>
            <a:ext cx="7124131" cy="1143000"/>
          </a:xfrm>
        </p:spPr>
        <p:txBody>
          <a:bodyPr/>
          <a:lstStyle/>
          <a:p>
            <a:r>
              <a:rPr lang="es-MX" dirty="0" smtClean="0"/>
              <a:t>Logística</a:t>
            </a:r>
            <a:endParaRPr lang="es-MX" sz="2800" dirty="0"/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56194" y="1081576"/>
            <a:ext cx="7943862" cy="5414758"/>
          </a:xfrm>
        </p:spPr>
        <p:txBody>
          <a:bodyPr/>
          <a:lstStyle/>
          <a:p>
            <a:pPr lvl="1"/>
            <a:r>
              <a:rPr lang="es-MX" sz="2000" dirty="0" smtClean="0"/>
              <a:t>Softtek proveerá:</a:t>
            </a:r>
          </a:p>
          <a:p>
            <a:pPr lvl="2"/>
            <a:r>
              <a:rPr lang="es-MX" sz="1800" dirty="0" smtClean="0"/>
              <a:t>Un equipo de computo al equipo de desarrollo con licencias necesarias para efectuar su trabajo.</a:t>
            </a:r>
          </a:p>
          <a:p>
            <a:pPr lvl="2"/>
            <a:r>
              <a:rPr lang="es-MX" sz="1800" dirty="0" smtClean="0"/>
              <a:t>Teléfono</a:t>
            </a:r>
          </a:p>
          <a:p>
            <a:pPr lvl="2"/>
            <a:r>
              <a:rPr lang="es-MX" sz="1800" dirty="0" smtClean="0"/>
              <a:t>Acceso a internet.</a:t>
            </a:r>
          </a:p>
          <a:p>
            <a:pPr lvl="2"/>
            <a:endParaRPr lang="es-MX" sz="1800" dirty="0" smtClean="0"/>
          </a:p>
          <a:p>
            <a:pPr lvl="1"/>
            <a:r>
              <a:rPr lang="es-MX" sz="2000" dirty="0" smtClean="0"/>
              <a:t>Nissan proveerá:</a:t>
            </a:r>
          </a:p>
          <a:p>
            <a:pPr lvl="2"/>
            <a:r>
              <a:rPr lang="es-MX" sz="1800" dirty="0" smtClean="0"/>
              <a:t>Impresora Zebra con el software necesario para configuración.</a:t>
            </a:r>
          </a:p>
          <a:p>
            <a:pPr lvl="2"/>
            <a:r>
              <a:rPr lang="es-MX" sz="1800" dirty="0" smtClean="0"/>
              <a:t>Etiquetas para pruebas.</a:t>
            </a:r>
          </a:p>
          <a:p>
            <a:pPr lvl="2"/>
            <a:r>
              <a:rPr lang="es-MX" sz="1800" dirty="0" smtClean="0"/>
              <a:t>Información de NXAuto para poder efectuar pruebas.</a:t>
            </a:r>
            <a:endParaRPr lang="es-MX" sz="1800" dirty="0"/>
          </a:p>
        </p:txBody>
      </p:sp>
    </p:spTree>
    <p:extLst>
      <p:ext uri="{BB962C8B-B14F-4D97-AF65-F5344CB8AC3E}">
        <p14:creationId xmlns:p14="http://schemas.microsoft.com/office/powerpoint/2010/main" val="33898226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Entregables</a:t>
            </a:r>
            <a:endParaRPr lang="es-MX" sz="2800" dirty="0"/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56194" y="1504664"/>
            <a:ext cx="7943862" cy="4623179"/>
          </a:xfrm>
        </p:spPr>
        <p:txBody>
          <a:bodyPr/>
          <a:lstStyle/>
          <a:p>
            <a:r>
              <a:rPr lang="es-MX" dirty="0" smtClean="0"/>
              <a:t>Aplicación Certification Label.</a:t>
            </a:r>
          </a:p>
          <a:p>
            <a:r>
              <a:rPr lang="es-MX" dirty="0"/>
              <a:t>Manual de </a:t>
            </a:r>
            <a:r>
              <a:rPr lang="es-MX" dirty="0" smtClean="0"/>
              <a:t>instalación </a:t>
            </a:r>
            <a:r>
              <a:rPr lang="es-MX" dirty="0"/>
              <a:t>de la aplicación</a:t>
            </a:r>
            <a:r>
              <a:rPr lang="es-MX" dirty="0" smtClean="0"/>
              <a:t>.</a:t>
            </a:r>
            <a:endParaRPr lang="es-MX" dirty="0" smtClean="0"/>
          </a:p>
          <a:p>
            <a:r>
              <a:rPr lang="es-MX" dirty="0" smtClean="0"/>
              <a:t>Documento</a:t>
            </a:r>
            <a:r>
              <a:rPr lang="es-MX" dirty="0" smtClean="0"/>
              <a:t> de Diseño</a:t>
            </a:r>
          </a:p>
          <a:p>
            <a:r>
              <a:rPr lang="es-MX" dirty="0" smtClean="0"/>
              <a:t>Manual de uso</a:t>
            </a:r>
          </a:p>
          <a:p>
            <a:r>
              <a:rPr lang="es-MX" dirty="0" smtClean="0"/>
              <a:t>Código fuente</a:t>
            </a:r>
          </a:p>
          <a:p>
            <a:endParaRPr lang="es-MX" dirty="0" smtClean="0"/>
          </a:p>
          <a:p>
            <a:endParaRPr lang="es-MX" dirty="0" smtClean="0"/>
          </a:p>
        </p:txBody>
      </p:sp>
    </p:spTree>
    <p:extLst>
      <p:ext uri="{BB962C8B-B14F-4D97-AF65-F5344CB8AC3E}">
        <p14:creationId xmlns:p14="http://schemas.microsoft.com/office/powerpoint/2010/main" val="6574433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Plan de proyecto</a:t>
            </a:r>
            <a:endParaRPr lang="es-MX" dirty="0"/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633321"/>
              </p:ext>
            </p:extLst>
          </p:nvPr>
        </p:nvGraphicFramePr>
        <p:xfrm>
          <a:off x="1524002" y="4810124"/>
          <a:ext cx="6197598" cy="17068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79040"/>
                <a:gridCol w="1859279"/>
                <a:gridCol w="1859279"/>
              </a:tblGrid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600" b="0" i="0" u="none" strike="noStrike">
                          <a:solidFill>
                            <a:schemeClr val="bg2"/>
                          </a:solidFill>
                          <a:effectLst/>
                          <a:latin typeface="Calibri"/>
                        </a:rPr>
                        <a:t>Tarea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600" b="0" i="0" u="none" strike="noStrike">
                          <a:solidFill>
                            <a:schemeClr val="bg2"/>
                          </a:solidFill>
                          <a:effectLst/>
                          <a:latin typeface="Calibri"/>
                        </a:rPr>
                        <a:t>Inicio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600" b="0" i="0" u="none" strike="noStrike">
                          <a:solidFill>
                            <a:schemeClr val="bg2"/>
                          </a:solidFill>
                          <a:effectLst/>
                          <a:latin typeface="Calibri"/>
                        </a:rPr>
                        <a:t>Fin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chemeClr val="bg2"/>
                          </a:solidFill>
                          <a:effectLst/>
                          <a:latin typeface="Calibri"/>
                        </a:rPr>
                        <a:t>Analisis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600" b="0" i="0" u="none" strike="noStrike">
                          <a:solidFill>
                            <a:schemeClr val="bg2"/>
                          </a:solidFill>
                          <a:effectLst/>
                          <a:latin typeface="Calibri"/>
                        </a:rPr>
                        <a:t>10-Sep-14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600" b="0" i="0" u="none" strike="noStrike">
                          <a:solidFill>
                            <a:schemeClr val="bg2"/>
                          </a:solidFill>
                          <a:effectLst/>
                          <a:latin typeface="Calibri"/>
                        </a:rPr>
                        <a:t>20-Sep-14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chemeClr val="bg2"/>
                          </a:solidFill>
                          <a:effectLst/>
                          <a:latin typeface="Calibri"/>
                        </a:rPr>
                        <a:t>Diseño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600" b="0" i="0" u="none" strike="noStrike">
                          <a:solidFill>
                            <a:schemeClr val="bg2"/>
                          </a:solidFill>
                          <a:effectLst/>
                          <a:latin typeface="Calibri"/>
                        </a:rPr>
                        <a:t>20-Sep-14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600" b="0" i="0" u="none" strike="noStrike">
                          <a:solidFill>
                            <a:schemeClr val="bg2"/>
                          </a:solidFill>
                          <a:effectLst/>
                          <a:latin typeface="Calibri"/>
                        </a:rPr>
                        <a:t>1-Oct-14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chemeClr val="bg2"/>
                          </a:solidFill>
                          <a:effectLst/>
                          <a:latin typeface="Calibri"/>
                        </a:rPr>
                        <a:t>Codigo/Pruebas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600" b="0" i="0" u="none" strike="noStrike">
                          <a:solidFill>
                            <a:schemeClr val="bg2"/>
                          </a:solidFill>
                          <a:effectLst/>
                          <a:latin typeface="Calibri"/>
                        </a:rPr>
                        <a:t>1-Oct-14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600" b="0" i="0" u="none" strike="noStrike">
                          <a:solidFill>
                            <a:schemeClr val="bg2"/>
                          </a:solidFill>
                          <a:effectLst/>
                          <a:latin typeface="Calibri"/>
                        </a:rPr>
                        <a:t>14-Oct-14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chemeClr val="bg2"/>
                          </a:solidFill>
                          <a:effectLst/>
                          <a:latin typeface="Calibri"/>
                        </a:rPr>
                        <a:t>QA / UAT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600" b="0" i="0" u="none" strike="noStrike">
                          <a:solidFill>
                            <a:schemeClr val="bg2"/>
                          </a:solidFill>
                          <a:effectLst/>
                          <a:latin typeface="Calibri"/>
                        </a:rPr>
                        <a:t>14-Oct-14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600" b="0" i="0" u="none" strike="noStrike">
                          <a:solidFill>
                            <a:schemeClr val="bg2"/>
                          </a:solidFill>
                          <a:effectLst/>
                          <a:latin typeface="Calibri"/>
                        </a:rPr>
                        <a:t>19-Oct-14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chemeClr val="bg2"/>
                          </a:solidFill>
                          <a:effectLst/>
                          <a:latin typeface="Calibri"/>
                        </a:rPr>
                        <a:t>Produccion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600" b="0" i="0" u="none" strike="noStrike">
                          <a:solidFill>
                            <a:schemeClr val="bg2"/>
                          </a:solidFill>
                          <a:effectLst/>
                          <a:latin typeface="Calibri"/>
                        </a:rPr>
                        <a:t>19-Oct-14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600" b="0" i="0" u="none" strike="noStrike">
                          <a:solidFill>
                            <a:schemeClr val="bg2"/>
                          </a:solidFill>
                          <a:effectLst/>
                          <a:latin typeface="Calibri"/>
                        </a:rPr>
                        <a:t>20-Oct-14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chemeClr val="bg2"/>
                          </a:solidFill>
                          <a:effectLst/>
                          <a:latin typeface="Calibri"/>
                        </a:rPr>
                        <a:t>Gold Support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600" b="0" i="0" u="none" strike="noStrike">
                          <a:solidFill>
                            <a:schemeClr val="bg2"/>
                          </a:solidFill>
                          <a:effectLst/>
                          <a:latin typeface="Calibri"/>
                        </a:rPr>
                        <a:t>20-Oct-14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600" b="0" i="0" u="none" strike="noStrike" dirty="0">
                          <a:solidFill>
                            <a:schemeClr val="bg2"/>
                          </a:solidFill>
                          <a:effectLst/>
                          <a:latin typeface="Calibri"/>
                        </a:rPr>
                        <a:t>3-Nov-14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688" y="1531938"/>
            <a:ext cx="6500812" cy="3285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08485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Plan de comunicación</a:t>
            </a:r>
            <a:endParaRPr lang="es-MX" sz="2800" dirty="0"/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56194" y="1504664"/>
            <a:ext cx="7775006" cy="4623179"/>
          </a:xfrm>
        </p:spPr>
        <p:txBody>
          <a:bodyPr/>
          <a:lstStyle/>
          <a:p>
            <a:r>
              <a:rPr lang="es-MX" dirty="0" smtClean="0"/>
              <a:t>Junta Semanal</a:t>
            </a:r>
          </a:p>
          <a:p>
            <a:pPr lvl="1"/>
            <a:r>
              <a:rPr lang="es-MX" dirty="0" smtClean="0"/>
              <a:t>Audiencia</a:t>
            </a:r>
          </a:p>
          <a:p>
            <a:pPr lvl="2"/>
            <a:r>
              <a:rPr lang="es-MX" dirty="0" smtClean="0"/>
              <a:t>Joel</a:t>
            </a:r>
          </a:p>
          <a:p>
            <a:pPr lvl="2"/>
            <a:r>
              <a:rPr lang="es-MX" dirty="0" smtClean="0"/>
              <a:t>Brenda</a:t>
            </a:r>
          </a:p>
          <a:p>
            <a:pPr lvl="2"/>
            <a:r>
              <a:rPr lang="es-MX" dirty="0" smtClean="0"/>
              <a:t>Jorge</a:t>
            </a:r>
            <a:endParaRPr lang="es-MX" dirty="0" smtClean="0"/>
          </a:p>
          <a:p>
            <a:pPr lvl="2"/>
            <a:r>
              <a:rPr lang="es-MX" dirty="0" smtClean="0"/>
              <a:t>Guillermo</a:t>
            </a:r>
          </a:p>
          <a:p>
            <a:pPr lvl="2"/>
            <a:r>
              <a:rPr lang="es-MX" dirty="0"/>
              <a:t>Francisco</a:t>
            </a:r>
          </a:p>
          <a:p>
            <a:pPr marL="914400" lvl="2" indent="0">
              <a:buNone/>
            </a:pPr>
            <a:endParaRPr lang="es-MX" dirty="0" smtClean="0"/>
          </a:p>
          <a:p>
            <a:pPr lvl="1"/>
            <a:r>
              <a:rPr lang="es-MX" dirty="0" smtClean="0"/>
              <a:t>Agenda</a:t>
            </a:r>
          </a:p>
          <a:p>
            <a:pPr lvl="2"/>
            <a:r>
              <a:rPr lang="es-MX" dirty="0" smtClean="0"/>
              <a:t>Reporte de avance.</a:t>
            </a:r>
          </a:p>
          <a:p>
            <a:pPr lvl="2"/>
            <a:r>
              <a:rPr lang="es-MX" dirty="0" smtClean="0"/>
              <a:t>Acciones abiertas / pendientes.</a:t>
            </a:r>
          </a:p>
          <a:p>
            <a:pPr lvl="2"/>
            <a:r>
              <a:rPr lang="es-MX" dirty="0" smtClean="0"/>
              <a:t>Problemas abiertos / pendientes.</a:t>
            </a:r>
          </a:p>
          <a:p>
            <a:pPr lvl="2"/>
            <a:r>
              <a:rPr lang="es-MX" dirty="0" smtClean="0"/>
              <a:t>Aprobación en las etapas de entrega.</a:t>
            </a:r>
            <a:endParaRPr lang="es-MX" dirty="0" smtClean="0"/>
          </a:p>
          <a:p>
            <a:pPr lvl="2"/>
            <a:r>
              <a:rPr lang="es-MX" dirty="0" smtClean="0"/>
              <a:t>Riesgos.</a:t>
            </a:r>
          </a:p>
          <a:p>
            <a:pPr marL="914400" lvl="2" indent="0">
              <a:buNone/>
            </a:pPr>
            <a:endParaRPr lang="es-MX" dirty="0" smtClean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005457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Diagrama de priorización / urgencias</a:t>
            </a:r>
            <a:endParaRPr lang="es-MX" sz="2800" dirty="0"/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024168739"/>
              </p:ext>
            </p:extLst>
          </p:nvPr>
        </p:nvGraphicFramePr>
        <p:xfrm>
          <a:off x="1524000" y="1397000"/>
          <a:ext cx="70358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03985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Soporte requerido de Nissan</a:t>
            </a:r>
            <a:endParaRPr lang="es-MX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69841" y="1641144"/>
            <a:ext cx="7495985" cy="4213750"/>
          </a:xfrm>
        </p:spPr>
        <p:txBody>
          <a:bodyPr/>
          <a:lstStyle/>
          <a:p>
            <a:pPr marL="0" indent="0">
              <a:buNone/>
            </a:pPr>
            <a:r>
              <a:rPr lang="es-MX" dirty="0" smtClean="0"/>
              <a:t>Para la correcta ejecución de este proyecto es requerido por parte de Nissan lo siguiente:</a:t>
            </a:r>
          </a:p>
          <a:p>
            <a:pPr marL="685800" lvl="1"/>
            <a:r>
              <a:rPr lang="es-MX" dirty="0" smtClean="0"/>
              <a:t>Asignar a un experto en la operación y funcionalidad de la aplicación de Certification Label.</a:t>
            </a:r>
          </a:p>
          <a:p>
            <a:pPr lvl="1"/>
            <a:r>
              <a:rPr lang="es-MX" dirty="0" smtClean="0"/>
              <a:t>Participar en juntas donde se revisen dudas, requerimientos.</a:t>
            </a:r>
          </a:p>
          <a:p>
            <a:pPr lvl="1"/>
            <a:r>
              <a:rPr lang="es-MX" dirty="0" smtClean="0"/>
              <a:t>Proveer ayuda / información sobre la aplicación o procesos relacionados con esta, resolver dudas por correo, teléfono o de forma personal.</a:t>
            </a:r>
            <a:endParaRPr lang="es-MX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Dudas</a:t>
            </a:r>
            <a:endParaRPr lang="es-MX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69841" y="1641144"/>
            <a:ext cx="7495985" cy="4213750"/>
          </a:xfrm>
        </p:spPr>
        <p:txBody>
          <a:bodyPr/>
          <a:lstStyle/>
          <a:p>
            <a:pPr>
              <a:buFontTx/>
              <a:buChar char="-"/>
            </a:pPr>
            <a:r>
              <a:rPr lang="es-MX" dirty="0" smtClean="0"/>
              <a:t>Código fuente</a:t>
            </a:r>
          </a:p>
          <a:p>
            <a:pPr>
              <a:buFontTx/>
              <a:buChar char="-"/>
            </a:pPr>
            <a:r>
              <a:rPr lang="es-MX" dirty="0" smtClean="0"/>
              <a:t>Cascadas de estilo</a:t>
            </a:r>
          </a:p>
          <a:p>
            <a:pPr>
              <a:buFontTx/>
              <a:buChar char="-"/>
            </a:pPr>
            <a:r>
              <a:rPr lang="es-MX" dirty="0" smtClean="0"/>
              <a:t>Diseño de interface de usuario</a:t>
            </a:r>
          </a:p>
          <a:p>
            <a:pPr>
              <a:buFontTx/>
              <a:buChar char="-"/>
            </a:pPr>
            <a:endParaRPr lang="es-MX" dirty="0" smtClean="0"/>
          </a:p>
        </p:txBody>
      </p:sp>
    </p:spTree>
    <p:extLst>
      <p:ext uri="{BB962C8B-B14F-4D97-AF65-F5344CB8AC3E}">
        <p14:creationId xmlns:p14="http://schemas.microsoft.com/office/powerpoint/2010/main" val="4070569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s-MX" sz="6000" b="1" dirty="0" smtClean="0"/>
              <a:t>Preguntas y respuestas</a:t>
            </a:r>
            <a:endParaRPr lang="es-MX" sz="6000" b="1" dirty="0"/>
          </a:p>
        </p:txBody>
      </p:sp>
    </p:spTree>
    <p:extLst>
      <p:ext uri="{BB962C8B-B14F-4D97-AF65-F5344CB8AC3E}">
        <p14:creationId xmlns:p14="http://schemas.microsoft.com/office/powerpoint/2010/main" val="350476948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oC_Template01">
  <a:themeElements>
    <a:clrScheme name="Softtek- PoC">
      <a:dk1>
        <a:srgbClr val="7F7F7F"/>
      </a:dk1>
      <a:lt1>
        <a:sysClr val="window" lastClr="FFFFFF"/>
      </a:lt1>
      <a:dk2>
        <a:srgbClr val="4BACC6"/>
      </a:dk2>
      <a:lt2>
        <a:srgbClr val="FFFFFF"/>
      </a:lt2>
      <a:accent1>
        <a:srgbClr val="F79646"/>
      </a:accent1>
      <a:accent2>
        <a:srgbClr val="4BACC6"/>
      </a:accent2>
      <a:accent3>
        <a:srgbClr val="9BBB59"/>
      </a:accent3>
      <a:accent4>
        <a:srgbClr val="C0504D"/>
      </a:accent4>
      <a:accent5>
        <a:srgbClr val="7F7F7F"/>
      </a:accent5>
      <a:accent6>
        <a:srgbClr val="00B194"/>
      </a:accent6>
      <a:hlink>
        <a:srgbClr val="7F7F7F"/>
      </a:hlink>
      <a:folHlink>
        <a:srgbClr val="000000"/>
      </a:folHlink>
    </a:clrScheme>
    <a:fontScheme name="Softtek - PoC">
      <a:majorFont>
        <a:latin typeface="Rockwel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LongProperties xmlns="http://schemas.microsoft.com/office/2006/metadata/longProperties"/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>
    <Data_x0020_Classification1 xmlns="90e5e253-50b2-47e0-ab40-088f51eedbac">Confidential</Data_x0020_Classification1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5716B3A30AA649BEAB37196F46CF55" ma:contentTypeVersion="0" ma:contentTypeDescription="Create a new document." ma:contentTypeScope="" ma:versionID="d375dbb0d1072091b7a67d12af0a7521">
  <xsd:schema xmlns:xsd="http://www.w3.org/2001/XMLSchema" xmlns:xs="http://www.w3.org/2001/XMLSchema" xmlns:p="http://schemas.microsoft.com/office/2006/metadata/properties" xmlns:ns2="90e5e253-50b2-47e0-ab40-088f51eedbac" targetNamespace="http://schemas.microsoft.com/office/2006/metadata/properties" ma:root="true" ma:fieldsID="7895aa71ad85a7a2616823a07b65eac8" ns2:_="">
    <xsd:import namespace="90e5e253-50b2-47e0-ab40-088f51eedbac"/>
    <xsd:element name="properties">
      <xsd:complexType>
        <xsd:sequence>
          <xsd:element name="documentManagement">
            <xsd:complexType>
              <xsd:all>
                <xsd:element ref="ns2:Data_x0020_Classification1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e5e253-50b2-47e0-ab40-088f51eedbac" elementFormDefault="qualified">
    <xsd:import namespace="http://schemas.microsoft.com/office/2006/documentManagement/types"/>
    <xsd:import namespace="http://schemas.microsoft.com/office/infopath/2007/PartnerControls"/>
    <xsd:element name="Data_x0020_Classification1" ma:index="8" ma:displayName="Data Classification" ma:default="Confidential" ma:description="Data Classification" ma:format="Dropdown" ma:internalName="Data_x0020_Classification1" ma:readOnly="false">
      <xsd:simpleType>
        <xsd:restriction base="dms:Choice">
          <xsd:enumeration value="Confidential"/>
          <xsd:enumeration value="Public"/>
          <xsd:enumeration value="Internal"/>
          <xsd:enumeration value="Private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022FCC6-F4FA-4BAA-A68B-4AA2A169E412}">
  <ds:schemaRefs>
    <ds:schemaRef ds:uri="http://schemas.microsoft.com/office/2006/metadata/longProperties"/>
  </ds:schemaRefs>
</ds:datastoreItem>
</file>

<file path=customXml/itemProps2.xml><?xml version="1.0" encoding="utf-8"?>
<ds:datastoreItem xmlns:ds="http://schemas.openxmlformats.org/officeDocument/2006/customXml" ds:itemID="{5758B7C6-7FF2-4968-8B94-4B6A2BD901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863743-F484-4374-8E19-3FFA3AB8BED6}">
  <ds:schemaRefs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www.w3.org/XML/1998/namespace"/>
    <ds:schemaRef ds:uri="http://schemas.microsoft.com/office/2006/documentManagement/types"/>
    <ds:schemaRef ds:uri="90e5e253-50b2-47e0-ab40-088f51eedbac"/>
    <ds:schemaRef ds:uri="http://purl.org/dc/dcmitype/"/>
    <ds:schemaRef ds:uri="http://purl.org/dc/elements/1.1/"/>
  </ds:schemaRefs>
</ds:datastoreItem>
</file>

<file path=customXml/itemProps4.xml><?xml version="1.0" encoding="utf-8"?>
<ds:datastoreItem xmlns:ds="http://schemas.openxmlformats.org/officeDocument/2006/customXml" ds:itemID="{F08C1838-23F6-4023-846F-80DA006BBA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e5e253-50b2-47e0-ab40-088f51eedb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15329</TotalTime>
  <Words>579</Words>
  <Application>Microsoft Office PowerPoint</Application>
  <PresentationFormat>On-screen Show (4:3)</PresentationFormat>
  <Paragraphs>134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PoC_Template01</vt:lpstr>
      <vt:lpstr>NISSAN  Certification Label</vt:lpstr>
      <vt:lpstr>Agenda</vt:lpstr>
      <vt:lpstr>Presentación del equipo</vt:lpstr>
      <vt:lpstr>Alcance</vt:lpstr>
      <vt:lpstr>Modelo de Entrega</vt:lpstr>
      <vt:lpstr>Roles y Responsabilidades</vt:lpstr>
      <vt:lpstr>Logística</vt:lpstr>
      <vt:lpstr>Entregables</vt:lpstr>
      <vt:lpstr>Plan de proyecto</vt:lpstr>
      <vt:lpstr>Plan de comunicación</vt:lpstr>
      <vt:lpstr>Diagrama de priorización / urgencias</vt:lpstr>
      <vt:lpstr>Soporte requerido de Nissan</vt:lpstr>
      <vt:lpstr>Dudas</vt:lpstr>
      <vt:lpstr>PowerPoint Presentation</vt:lpstr>
    </vt:vector>
  </TitlesOfParts>
  <Company>Softtek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Presentation QA&amp;T</dc:title>
  <dc:creator>Pamela De la Mora</dc:creator>
  <cp:lastModifiedBy>Francisco Javier Medina Rosales</cp:lastModifiedBy>
  <cp:revision>334</cp:revision>
  <dcterms:created xsi:type="dcterms:W3CDTF">2010-08-31T17:32:37Z</dcterms:created>
  <dcterms:modified xsi:type="dcterms:W3CDTF">2014-09-09T18:19:23Z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Document</vt:lpwstr>
  </property>
  <property fmtid="{D5CDD505-2E9C-101B-9397-08002B2CF9AE}" pid="3" name="ContentTypeId">
    <vt:lpwstr>0x010100EE5716B3A30AA649BEAB37196F46CF55</vt:lpwstr>
  </property>
</Properties>
</file>